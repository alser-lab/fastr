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78C7"/>
    <a:srgbClr val="FDDC26"/>
    <a:srgbClr val="2B99AA"/>
    <a:srgbClr val="E651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1"/>
    <p:restoredTop sz="94648"/>
  </p:normalViewPr>
  <p:slideViewPr>
    <p:cSldViewPr snapToGrid="0">
      <p:cViewPr>
        <p:scale>
          <a:sx n="75" d="100"/>
          <a:sy n="75" d="100"/>
        </p:scale>
        <p:origin x="1048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EF40-73B0-8F66-8F08-9068A6D9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0907CB-5D79-D6B6-4278-FCE2AB1BB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079-4498-5483-608C-9D00AF4B2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D5F32-20E9-F26F-6FFF-2AFD38570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2EB89-397A-40FA-C168-37AE090C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37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25413-6F4C-5E9C-05D9-41AD5FF45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95825-1F5B-EE8C-7066-CBBAF5171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D3A1D-912C-E6C8-3C5A-491998556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5C8B6-7DB2-2B8A-4C3B-2643D38EF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A7AAA6-384C-E831-E017-A53774CE1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948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781C6-2B26-E6FB-94CE-F411A5F5B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132C4-C9EB-0EE5-72FE-322709617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EBDD4-A64D-1D14-EDE2-830F46DA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4F7FA8-9F6D-8D2A-D4EB-E53693601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B8E7-31CF-4A44-8BB5-50C44894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870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B7BAE-CCCF-FA07-CA46-84F361DE1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A6B78-DE26-E6ED-F926-3E59F6764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EDD30-AD0E-5B41-7DBE-6150506C6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E2FF8-8D81-DAD6-85B5-370F6FAA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40D6-A1D9-09C7-4A8C-25D9756F0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86DF0-7F31-7CDB-98C4-74BCD12D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7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5273-304B-6EE5-30C6-4FA5EA509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6E5D1-0FEF-399A-1345-5BB22F0F6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52B4-B805-93B8-552B-4996710335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081C23-B760-B1BC-0139-0A96C9F54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CD572C-EA66-539E-DBC3-1529774D85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85AB30-8ACF-7049-DFBF-FCBB0E6CB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ACE27D-7D29-D584-2727-7B97BF437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8B603-49CA-C545-DADB-1C5A6E53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33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719F-6964-4221-E0BA-1B475DC7D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6B5C8-2D0B-DCBC-082D-7F44A35E7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0606-133C-DFBB-FBB6-F45B905A3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15BBB2-E08C-E432-E600-DB1B0E6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801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647D84-DD27-9E05-E61D-AF5BB4D7F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B2FE63-676C-BB7D-1F00-553D1780C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1C09D-86FE-096D-39E6-4F4EC40B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57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3C394-7525-93EB-B222-F0D426FB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9E8EC-0D8B-037E-9C72-DA7FDEB78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26B7C-7508-F666-7903-61FAE2997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EF63E6-EF95-4E89-0313-38F25AAE2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86D1DE-6207-1005-3288-9548B39C4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27139-94CB-94CB-5CEB-EEC00E0B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2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B6AA8-7FE4-9F58-837B-778BDF504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87010B-F397-090E-A388-2EBD7D6F73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CA1BC-DC50-FAE2-8B24-9D19DE3C9C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E04D0F-7A8F-6C3B-F65A-DDE44021F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7630B-D110-F725-1CCE-968FFA6C1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A0EE1-2C97-686D-7B8A-ABDFDAB6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35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29B15-00C7-1A16-5984-C0C68BDD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ED5F43-C5EB-E8E0-44A7-E424892523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80423-7D22-08A1-7D4F-52B2E2B6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CFF57-C96A-1591-DE9D-E4244153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19B0-96F4-7B85-33C9-928B6A63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915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EB9AF3-36FF-A1BD-1BD0-8306CD970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BD0D8-E692-91C3-ED7F-2A05290C1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8D210-5DD3-3F40-8527-17D3D8B14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4DEFE-A6ED-D487-97E6-E524FC0D4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B1CC8-704F-CBD3-4485-C0E0A0DE8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77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E0AC2-41C8-E5FE-88D3-6ADAD8800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7705F-E0D0-8320-4E5A-541CD9DFC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405B5-71AA-B0FA-E325-147D2A648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16EBA-401A-4F45-93FA-58FC2CC298E1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25953-CE37-15AC-B26A-C2AE3724E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637D9-1345-46D7-8E83-038E16B7F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613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2E8C11-9D77-8478-FDEF-50FACAE3A426}"/>
              </a:ext>
            </a:extLst>
          </p:cNvPr>
          <p:cNvSpPr/>
          <p:nvPr/>
        </p:nvSpPr>
        <p:spPr>
          <a:xfrm>
            <a:off x="417654" y="2053407"/>
            <a:ext cx="2403560" cy="12128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46608C-4301-4AD6-485F-3897286687B1}"/>
              </a:ext>
            </a:extLst>
          </p:cNvPr>
          <p:cNvSpPr/>
          <p:nvPr/>
        </p:nvSpPr>
        <p:spPr>
          <a:xfrm>
            <a:off x="679996" y="2179097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6C6373-E51E-C883-54ED-2CB0DCB6A53B}"/>
              </a:ext>
            </a:extLst>
          </p:cNvPr>
          <p:cNvSpPr txBox="1"/>
          <p:nvPr/>
        </p:nvSpPr>
        <p:spPr>
          <a:xfrm>
            <a:off x="379552" y="208443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C1AB09A-F745-BC3C-26A8-0280FF322AA7}"/>
              </a:ext>
            </a:extLst>
          </p:cNvPr>
          <p:cNvSpPr/>
          <p:nvPr/>
        </p:nvSpPr>
        <p:spPr>
          <a:xfrm>
            <a:off x="499021" y="2491863"/>
            <a:ext cx="2250351" cy="180000"/>
          </a:xfrm>
          <a:prstGeom prst="roundRect">
            <a:avLst/>
          </a:prstGeom>
          <a:solidFill>
            <a:srgbClr val="2B99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ACGTACGTACGTAC ...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65D418-428B-9EEC-E77A-48D9CEB04F52}"/>
              </a:ext>
            </a:extLst>
          </p:cNvPr>
          <p:cNvSpPr/>
          <p:nvPr/>
        </p:nvSpPr>
        <p:spPr>
          <a:xfrm>
            <a:off x="499020" y="2932519"/>
            <a:ext cx="2250351" cy="180000"/>
          </a:xfrm>
          <a:prstGeom prst="roundRect">
            <a:avLst/>
          </a:prstGeom>
          <a:solidFill>
            <a:srgbClr val="FDDC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'&lt;(&lt;&lt;C%&gt;3C&gt;&gt;%%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87F23-6818-44D5-D79D-5BC3531C90F5}"/>
              </a:ext>
            </a:extLst>
          </p:cNvPr>
          <p:cNvSpPr txBox="1"/>
          <p:nvPr/>
        </p:nvSpPr>
        <p:spPr>
          <a:xfrm>
            <a:off x="379552" y="2617525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14ADB2-EAB5-AFE0-CDA8-4F1CA4788FB8}"/>
              </a:ext>
            </a:extLst>
          </p:cNvPr>
          <p:cNvSpPr/>
          <p:nvPr/>
        </p:nvSpPr>
        <p:spPr>
          <a:xfrm>
            <a:off x="2950079" y="376907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B666563-C274-5774-DDFE-2290D85AFB0C}"/>
              </a:ext>
            </a:extLst>
          </p:cNvPr>
          <p:cNvSpPr/>
          <p:nvPr/>
        </p:nvSpPr>
        <p:spPr>
          <a:xfrm>
            <a:off x="3212421" y="1330603"/>
            <a:ext cx="1044000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mini header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15B00E-9908-6C37-2ECB-6A6E93354EC3}"/>
              </a:ext>
            </a:extLst>
          </p:cNvPr>
          <p:cNvSpPr txBox="1"/>
          <p:nvPr/>
        </p:nvSpPr>
        <p:spPr>
          <a:xfrm>
            <a:off x="2911977" y="123593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46BFF82-CD4F-0121-7736-2C81975AEF8C}"/>
              </a:ext>
            </a:extLst>
          </p:cNvPr>
          <p:cNvSpPr/>
          <p:nvPr/>
        </p:nvSpPr>
        <p:spPr>
          <a:xfrm>
            <a:off x="3031446" y="1643369"/>
            <a:ext cx="2250351" cy="180000"/>
          </a:xfrm>
          <a:prstGeom prst="roundRect">
            <a:avLst/>
          </a:prstGeom>
          <a:solidFill>
            <a:srgbClr val="2B99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ACGTACGTACGTAC ...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6836E52-76FE-9AF6-3F84-EFED1A2DC7D2}"/>
              </a:ext>
            </a:extLst>
          </p:cNvPr>
          <p:cNvSpPr/>
          <p:nvPr/>
        </p:nvSpPr>
        <p:spPr>
          <a:xfrm>
            <a:off x="3031445" y="2084025"/>
            <a:ext cx="2250351" cy="180000"/>
          </a:xfrm>
          <a:prstGeom prst="roundRect">
            <a:avLst/>
          </a:prstGeom>
          <a:solidFill>
            <a:srgbClr val="FDDC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'&lt;(&lt;&lt;C%&gt;3C&gt;&gt;%% 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4D6B63-2FE2-28C5-CC60-881A5D358363}"/>
              </a:ext>
            </a:extLst>
          </p:cNvPr>
          <p:cNvSpPr txBox="1"/>
          <p:nvPr/>
        </p:nvSpPr>
        <p:spPr>
          <a:xfrm>
            <a:off x="2911977" y="176903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FEB2731-FAEA-E7A7-10A3-679F38027814}"/>
              </a:ext>
            </a:extLst>
          </p:cNvPr>
          <p:cNvSpPr/>
          <p:nvPr/>
        </p:nvSpPr>
        <p:spPr>
          <a:xfrm>
            <a:off x="3212421" y="418040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5C9082-D681-1B06-12B3-6ED983D37C85}"/>
              </a:ext>
            </a:extLst>
          </p:cNvPr>
          <p:cNvSpPr txBox="1"/>
          <p:nvPr/>
        </p:nvSpPr>
        <p:spPr>
          <a:xfrm>
            <a:off x="2883402" y="323374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4EDF54D-603C-989A-6B13-E8AAC0035190}"/>
              </a:ext>
            </a:extLst>
          </p:cNvPr>
          <p:cNvSpPr/>
          <p:nvPr/>
        </p:nvSpPr>
        <p:spPr>
          <a:xfrm>
            <a:off x="3212421" y="665605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03C733-C969-5BA8-B6DC-E119BEB5917F}"/>
              </a:ext>
            </a:extLst>
          </p:cNvPr>
          <p:cNvSpPr txBox="1"/>
          <p:nvPr/>
        </p:nvSpPr>
        <p:spPr>
          <a:xfrm>
            <a:off x="2883402" y="570939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A2ECA00-7D3D-3DC7-CBEE-B7E9D5808EA5}"/>
              </a:ext>
            </a:extLst>
          </p:cNvPr>
          <p:cNvSpPr/>
          <p:nvPr/>
        </p:nvSpPr>
        <p:spPr>
          <a:xfrm>
            <a:off x="3212421" y="93068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38B580-9A31-942C-DF05-D7A5EC821F8F}"/>
              </a:ext>
            </a:extLst>
          </p:cNvPr>
          <p:cNvSpPr txBox="1"/>
          <p:nvPr/>
        </p:nvSpPr>
        <p:spPr>
          <a:xfrm>
            <a:off x="2883402" y="83602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C3ADB8-42F7-842E-D3D6-E8A885305A82}"/>
              </a:ext>
            </a:extLst>
          </p:cNvPr>
          <p:cNvSpPr/>
          <p:nvPr/>
        </p:nvSpPr>
        <p:spPr>
          <a:xfrm>
            <a:off x="5485306" y="376907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37EED9-8F68-6336-F46D-AC25689FBAC7}"/>
              </a:ext>
            </a:extLst>
          </p:cNvPr>
          <p:cNvSpPr txBox="1"/>
          <p:nvPr/>
        </p:nvSpPr>
        <p:spPr>
          <a:xfrm>
            <a:off x="5447204" y="123593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0B17AF01-01C5-7FA2-547D-BCBBFC30A4D5}"/>
              </a:ext>
            </a:extLst>
          </p:cNvPr>
          <p:cNvSpPr/>
          <p:nvPr/>
        </p:nvSpPr>
        <p:spPr>
          <a:xfrm>
            <a:off x="5566673" y="1643369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????5?c?M?5?5? ...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D95D859-10FA-8472-169F-AF93F38D2A52}"/>
              </a:ext>
            </a:extLst>
          </p:cNvPr>
          <p:cNvSpPr/>
          <p:nvPr/>
        </p:nvSpPr>
        <p:spPr>
          <a:xfrm>
            <a:off x="5747648" y="418040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449366-9D3F-2841-9B3A-B44996FE887E}"/>
              </a:ext>
            </a:extLst>
          </p:cNvPr>
          <p:cNvSpPr txBox="1"/>
          <p:nvPr/>
        </p:nvSpPr>
        <p:spPr>
          <a:xfrm>
            <a:off x="5418629" y="323374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E301C0F-B9D7-6F55-90EC-DD16483CAB25}"/>
              </a:ext>
            </a:extLst>
          </p:cNvPr>
          <p:cNvSpPr/>
          <p:nvPr/>
        </p:nvSpPr>
        <p:spPr>
          <a:xfrm>
            <a:off x="5747648" y="665605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F60358-4E06-2C01-F568-811AC97D5AC9}"/>
              </a:ext>
            </a:extLst>
          </p:cNvPr>
          <p:cNvSpPr txBox="1"/>
          <p:nvPr/>
        </p:nvSpPr>
        <p:spPr>
          <a:xfrm>
            <a:off x="5418629" y="570939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2D3E899-EB97-F69C-36E0-63A99C4E6381}"/>
              </a:ext>
            </a:extLst>
          </p:cNvPr>
          <p:cNvSpPr/>
          <p:nvPr/>
        </p:nvSpPr>
        <p:spPr>
          <a:xfrm>
            <a:off x="5747648" y="93068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DC8D9A-E076-32E8-F776-A56FDD4CD342}"/>
              </a:ext>
            </a:extLst>
          </p:cNvPr>
          <p:cNvSpPr txBox="1"/>
          <p:nvPr/>
        </p:nvSpPr>
        <p:spPr>
          <a:xfrm>
            <a:off x="5418629" y="83602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E59EC5-58C9-9813-5C51-3B0AC588D853}"/>
              </a:ext>
            </a:extLst>
          </p:cNvPr>
          <p:cNvSpPr/>
          <p:nvPr/>
        </p:nvSpPr>
        <p:spPr>
          <a:xfrm>
            <a:off x="2950079" y="2981044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C2A6319-FEE0-6C2D-54D8-6C3D73FC2B8A}"/>
              </a:ext>
            </a:extLst>
          </p:cNvPr>
          <p:cNvSpPr/>
          <p:nvPr/>
        </p:nvSpPr>
        <p:spPr>
          <a:xfrm>
            <a:off x="3212421" y="3934740"/>
            <a:ext cx="1044000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mini header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EFA674-B026-61A5-FF5C-E3433E608CA1}"/>
              </a:ext>
            </a:extLst>
          </p:cNvPr>
          <p:cNvSpPr txBox="1"/>
          <p:nvPr/>
        </p:nvSpPr>
        <p:spPr>
          <a:xfrm>
            <a:off x="2911977" y="3840074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8C3C913-051C-8327-8B37-D6B5F2F8E45F}"/>
              </a:ext>
            </a:extLst>
          </p:cNvPr>
          <p:cNvSpPr/>
          <p:nvPr/>
        </p:nvSpPr>
        <p:spPr>
          <a:xfrm>
            <a:off x="3031446" y="4247506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????5?c?M?5?5? ...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226C1EE-BFC3-558F-ED92-79390B84EA96}"/>
              </a:ext>
            </a:extLst>
          </p:cNvPr>
          <p:cNvSpPr/>
          <p:nvPr/>
        </p:nvSpPr>
        <p:spPr>
          <a:xfrm>
            <a:off x="3212421" y="3022177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E98A99-91C4-A9FB-DFB5-EF4A18A470CB}"/>
              </a:ext>
            </a:extLst>
          </p:cNvPr>
          <p:cNvSpPr txBox="1"/>
          <p:nvPr/>
        </p:nvSpPr>
        <p:spPr>
          <a:xfrm>
            <a:off x="2883402" y="292751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89B964EC-DCC8-5ACA-F26A-0E347287B425}"/>
              </a:ext>
            </a:extLst>
          </p:cNvPr>
          <p:cNvSpPr/>
          <p:nvPr/>
        </p:nvSpPr>
        <p:spPr>
          <a:xfrm>
            <a:off x="3212421" y="3269742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189F029-99BC-8466-9C15-80CC7CD79E25}"/>
              </a:ext>
            </a:extLst>
          </p:cNvPr>
          <p:cNvSpPr txBox="1"/>
          <p:nvPr/>
        </p:nvSpPr>
        <p:spPr>
          <a:xfrm>
            <a:off x="2883402" y="3175076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BC4CEED3-F517-9895-C930-AE8E062370BC}"/>
              </a:ext>
            </a:extLst>
          </p:cNvPr>
          <p:cNvSpPr/>
          <p:nvPr/>
        </p:nvSpPr>
        <p:spPr>
          <a:xfrm>
            <a:off x="3212421" y="3534826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769939-B106-86D5-9454-EDA94FDAAEA1}"/>
              </a:ext>
            </a:extLst>
          </p:cNvPr>
          <p:cNvSpPr txBox="1"/>
          <p:nvPr/>
        </p:nvSpPr>
        <p:spPr>
          <a:xfrm>
            <a:off x="2883402" y="3440160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71EBE2E-7AB1-9C9B-04CE-4E2BB0E18BCD}"/>
              </a:ext>
            </a:extLst>
          </p:cNvPr>
          <p:cNvSpPr/>
          <p:nvPr/>
        </p:nvSpPr>
        <p:spPr>
          <a:xfrm>
            <a:off x="5485306" y="2981044"/>
            <a:ext cx="2403560" cy="12283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E562C15-F293-F988-1414-E117D131B9E0}"/>
              </a:ext>
            </a:extLst>
          </p:cNvPr>
          <p:cNvSpPr/>
          <p:nvPr/>
        </p:nvSpPr>
        <p:spPr>
          <a:xfrm>
            <a:off x="5747648" y="3022177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1C4A4C-048B-3845-1223-04B853EEF3B7}"/>
              </a:ext>
            </a:extLst>
          </p:cNvPr>
          <p:cNvSpPr txBox="1"/>
          <p:nvPr/>
        </p:nvSpPr>
        <p:spPr>
          <a:xfrm>
            <a:off x="5418629" y="292751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BD3BEECE-44B6-0A6A-2559-1EAD73CFD29A}"/>
              </a:ext>
            </a:extLst>
          </p:cNvPr>
          <p:cNvSpPr/>
          <p:nvPr/>
        </p:nvSpPr>
        <p:spPr>
          <a:xfrm>
            <a:off x="5747648" y="3269742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3FA754-9682-BA77-4068-C1C803B76B7C}"/>
              </a:ext>
            </a:extLst>
          </p:cNvPr>
          <p:cNvSpPr txBox="1"/>
          <p:nvPr/>
        </p:nvSpPr>
        <p:spPr>
          <a:xfrm>
            <a:off x="5418629" y="3175076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25609A25-9013-6809-F1D7-958474EB0DC9}"/>
              </a:ext>
            </a:extLst>
          </p:cNvPr>
          <p:cNvSpPr/>
          <p:nvPr/>
        </p:nvSpPr>
        <p:spPr>
          <a:xfrm>
            <a:off x="5747648" y="3534826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0442D9-D1BC-BAB5-8058-7D83A218DC27}"/>
              </a:ext>
            </a:extLst>
          </p:cNvPr>
          <p:cNvSpPr txBox="1"/>
          <p:nvPr/>
        </p:nvSpPr>
        <p:spPr>
          <a:xfrm>
            <a:off x="5418629" y="3440160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40455DD-97B5-68EB-66A9-C1E1B30F5C75}"/>
              </a:ext>
            </a:extLst>
          </p:cNvPr>
          <p:cNvSpPr txBox="1"/>
          <p:nvPr/>
        </p:nvSpPr>
        <p:spPr>
          <a:xfrm>
            <a:off x="454125" y="3296843"/>
            <a:ext cx="2331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FASTQ record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BD335A-E23D-47B3-09CA-34AFD919A36A}"/>
              </a:ext>
            </a:extLst>
          </p:cNvPr>
          <p:cNvSpPr txBox="1"/>
          <p:nvPr/>
        </p:nvSpPr>
        <p:spPr>
          <a:xfrm>
            <a:off x="2931159" y="2418212"/>
            <a:ext cx="2331717" cy="50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0 (</a:t>
            </a:r>
            <a:r>
              <a:rPr lang="en-US" i="1" dirty="0">
                <a:solidFill>
                  <a:srgbClr val="FF0000"/>
                </a:solidFill>
              </a:rPr>
              <a:t>fast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is transformed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831EAD1-BD4F-14FA-0015-E3C44BF9D6F0}"/>
              </a:ext>
            </a:extLst>
          </p:cNvPr>
          <p:cNvSpPr txBox="1"/>
          <p:nvPr/>
        </p:nvSpPr>
        <p:spPr>
          <a:xfrm>
            <a:off x="5228129" y="2410695"/>
            <a:ext cx="2850311" cy="512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1 (</a:t>
            </a:r>
            <a:r>
              <a:rPr lang="en-US" i="1" dirty="0">
                <a:solidFill>
                  <a:srgbClr val="FF0000"/>
                </a:solidFill>
              </a:rPr>
              <a:t>best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seq &amp; quality are transformed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EE4E2A-A5F8-B8F1-21FF-6385A349E7D9}"/>
              </a:ext>
            </a:extLst>
          </p:cNvPr>
          <p:cNvSpPr txBox="1"/>
          <p:nvPr/>
        </p:nvSpPr>
        <p:spPr>
          <a:xfrm>
            <a:off x="2950079" y="5029140"/>
            <a:ext cx="2403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2 (</a:t>
            </a:r>
            <a:r>
              <a:rPr lang="en-US" i="1" dirty="0">
                <a:solidFill>
                  <a:srgbClr val="FF0000"/>
                </a:solidFill>
              </a:rPr>
              <a:t>all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&amp; seq &amp; quality 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are transformed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84222F-0CAC-3E29-6811-268F6244DCF0}"/>
              </a:ext>
            </a:extLst>
          </p:cNvPr>
          <p:cNvSpPr txBox="1"/>
          <p:nvPr/>
        </p:nvSpPr>
        <p:spPr>
          <a:xfrm>
            <a:off x="5285281" y="5021809"/>
            <a:ext cx="2660737" cy="710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3 (</a:t>
            </a:r>
            <a:r>
              <a:rPr lang="en-US" i="1" dirty="0">
                <a:solidFill>
                  <a:srgbClr val="FF0000"/>
                </a:solidFill>
              </a:rPr>
              <a:t>extreme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is excluded 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seq &amp; quality are transformed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EF8BEC64-EC2F-D185-4A07-F75BB74C56B8}"/>
              </a:ext>
            </a:extLst>
          </p:cNvPr>
          <p:cNvSpPr/>
          <p:nvPr/>
        </p:nvSpPr>
        <p:spPr>
          <a:xfrm>
            <a:off x="5747648" y="1327203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78FD8EFF-37A5-8BDE-E018-D898DBF388AC}"/>
              </a:ext>
            </a:extLst>
          </p:cNvPr>
          <p:cNvSpPr/>
          <p:nvPr/>
        </p:nvSpPr>
        <p:spPr>
          <a:xfrm>
            <a:off x="5561909" y="3871344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????5?c?M?5?5? ...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33E9BF-9626-D5A3-F1BD-522C6A7992A8}"/>
              </a:ext>
            </a:extLst>
          </p:cNvPr>
          <p:cNvSpPr/>
          <p:nvPr/>
        </p:nvSpPr>
        <p:spPr>
          <a:xfrm>
            <a:off x="5491101" y="4294490"/>
            <a:ext cx="2403560" cy="7107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36CDBEC-3A69-A8D4-C95A-6E38C41F31C0}"/>
              </a:ext>
            </a:extLst>
          </p:cNvPr>
          <p:cNvSpPr txBox="1"/>
          <p:nvPr/>
        </p:nvSpPr>
        <p:spPr>
          <a:xfrm>
            <a:off x="5447204" y="4278649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6AFB3F04-CF0C-2C98-9CCA-8B942D0E500B}"/>
              </a:ext>
            </a:extLst>
          </p:cNvPr>
          <p:cNvSpPr/>
          <p:nvPr/>
        </p:nvSpPr>
        <p:spPr>
          <a:xfrm>
            <a:off x="5747648" y="4369915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20D7DD0C-1C6C-AB28-CC74-AABF8449638C}"/>
              </a:ext>
            </a:extLst>
          </p:cNvPr>
          <p:cNvSpPr/>
          <p:nvPr/>
        </p:nvSpPr>
        <p:spPr>
          <a:xfrm>
            <a:off x="5561909" y="3871344"/>
            <a:ext cx="185739" cy="180000"/>
          </a:xfrm>
          <a:prstGeom prst="roundRect">
            <a:avLst>
              <a:gd name="adj" fmla="val 55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</p:txBody>
      </p:sp>
      <p:sp>
        <p:nvSpPr>
          <p:cNvPr id="85" name="Right Brace 84">
            <a:extLst>
              <a:ext uri="{FF2B5EF4-FFF2-40B4-BE49-F238E27FC236}">
                <a16:creationId xmlns:a16="http://schemas.microsoft.com/office/drawing/2014/main" id="{368A4C7C-A74A-56C8-CBB5-640BC9508C70}"/>
              </a:ext>
            </a:extLst>
          </p:cNvPr>
          <p:cNvSpPr/>
          <p:nvPr/>
        </p:nvSpPr>
        <p:spPr>
          <a:xfrm>
            <a:off x="7389839" y="402346"/>
            <a:ext cx="141721" cy="730585"/>
          </a:xfrm>
          <a:prstGeom prst="rightBrace">
            <a:avLst>
              <a:gd name="adj1" fmla="val 79607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A20CA8-8E81-7DE3-B1FD-541A43461C91}"/>
              </a:ext>
            </a:extLst>
          </p:cNvPr>
          <p:cNvSpPr txBox="1"/>
          <p:nvPr/>
        </p:nvSpPr>
        <p:spPr>
          <a:xfrm rot="16200000">
            <a:off x="7065136" y="737365"/>
            <a:ext cx="11302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cs typeface="Courier New" panose="02070309020205020404" pitchFamily="49" charset="0"/>
              </a:rPr>
              <a:t>file header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28877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8483DEA2-E53A-16A1-A59A-9439887E0451}"/>
              </a:ext>
            </a:extLst>
          </p:cNvPr>
          <p:cNvGrpSpPr/>
          <p:nvPr/>
        </p:nvGrpSpPr>
        <p:grpSpPr>
          <a:xfrm>
            <a:off x="3204029" y="2027030"/>
            <a:ext cx="7575836" cy="695867"/>
            <a:chOff x="3204029" y="2027030"/>
            <a:chExt cx="7575836" cy="695867"/>
          </a:xfrm>
        </p:grpSpPr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A36CF4C4-A9B4-5A9E-1CFC-50005C192FCB}"/>
                </a:ext>
              </a:extLst>
            </p:cNvPr>
            <p:cNvSpPr/>
            <p:nvPr/>
          </p:nvSpPr>
          <p:spPr>
            <a:xfrm>
              <a:off x="3204029" y="2070227"/>
              <a:ext cx="7575836" cy="652670"/>
            </a:xfrm>
            <a:prstGeom prst="roundRect">
              <a:avLst>
                <a:gd name="adj" fmla="val 7686"/>
              </a:avLst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34BF5E5-F610-57F5-EA70-05E20BE67F7E}"/>
                </a:ext>
              </a:extLst>
            </p:cNvPr>
            <p:cNvSpPr/>
            <p:nvPr/>
          </p:nvSpPr>
          <p:spPr>
            <a:xfrm>
              <a:off x="3251200" y="2374900"/>
              <a:ext cx="533400" cy="3048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38DD40D-E0E3-2915-0854-6FA604AF4753}"/>
                </a:ext>
              </a:extLst>
            </p:cNvPr>
            <p:cNvSpPr/>
            <p:nvPr/>
          </p:nvSpPr>
          <p:spPr>
            <a:xfrm>
              <a:off x="3784600" y="2374900"/>
              <a:ext cx="1620000" cy="3048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0CD3BC1-C7FE-7C83-09A4-115F9E117663}"/>
                </a:ext>
              </a:extLst>
            </p:cNvPr>
            <p:cNvSpPr/>
            <p:nvPr/>
          </p:nvSpPr>
          <p:spPr>
            <a:xfrm>
              <a:off x="5404600" y="2374900"/>
              <a:ext cx="1620000" cy="30480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E293296-CD7F-344B-AE08-40A50C4A00E0}"/>
                </a:ext>
              </a:extLst>
            </p:cNvPr>
            <p:cNvSpPr/>
            <p:nvPr/>
          </p:nvSpPr>
          <p:spPr>
            <a:xfrm>
              <a:off x="7024600" y="2374900"/>
              <a:ext cx="1620000" cy="3048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8DFAB5-D3B8-61F6-6CA4-B6FC9614A2CA}"/>
                </a:ext>
              </a:extLst>
            </p:cNvPr>
            <p:cNvSpPr/>
            <p:nvPr/>
          </p:nvSpPr>
          <p:spPr>
            <a:xfrm>
              <a:off x="8634661" y="2374900"/>
              <a:ext cx="1620000" cy="304800"/>
            </a:xfrm>
            <a:prstGeom prst="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527CF53-CFE8-B93B-DF93-EA1C657D6E06}"/>
                </a:ext>
              </a:extLst>
            </p:cNvPr>
            <p:cNvSpPr txBox="1"/>
            <p:nvPr/>
          </p:nvSpPr>
          <p:spPr>
            <a:xfrm>
              <a:off x="3358874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A5EC802-5F32-D2E5-E90C-3FD72224D25A}"/>
                </a:ext>
              </a:extLst>
            </p:cNvPr>
            <p:cNvSpPr txBox="1"/>
            <p:nvPr/>
          </p:nvSpPr>
          <p:spPr>
            <a:xfrm>
              <a:off x="4374558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C06B303-3C08-DCE3-88B0-D38560EFBDAB}"/>
                </a:ext>
              </a:extLst>
            </p:cNvPr>
            <p:cNvSpPr txBox="1"/>
            <p:nvPr/>
          </p:nvSpPr>
          <p:spPr>
            <a:xfrm>
              <a:off x="5994558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D3A123E-60F5-BABB-E486-87EB3E1EC49A}"/>
                </a:ext>
              </a:extLst>
            </p:cNvPr>
            <p:cNvSpPr txBox="1"/>
            <p:nvPr/>
          </p:nvSpPr>
          <p:spPr>
            <a:xfrm>
              <a:off x="7614558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62B06EB-2095-42E0-792D-C59770A0C91F}"/>
                </a:ext>
              </a:extLst>
            </p:cNvPr>
            <p:cNvSpPr txBox="1"/>
            <p:nvPr/>
          </p:nvSpPr>
          <p:spPr>
            <a:xfrm>
              <a:off x="8992983" y="2027030"/>
              <a:ext cx="913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T or U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A458B2-F7E0-F91E-AF34-F089DA693FCD}"/>
                </a:ext>
              </a:extLst>
            </p:cNvPr>
            <p:cNvSpPr/>
            <p:nvPr/>
          </p:nvSpPr>
          <p:spPr>
            <a:xfrm>
              <a:off x="10264598" y="2374900"/>
              <a:ext cx="395275" cy="3048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111FB89-975F-10EE-B9B8-04D2F08D763B}"/>
                </a:ext>
              </a:extLst>
            </p:cNvPr>
            <p:cNvSpPr txBox="1"/>
            <p:nvPr/>
          </p:nvSpPr>
          <p:spPr>
            <a:xfrm>
              <a:off x="3204029" y="2343426"/>
              <a:ext cx="590510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0 - 2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D71760E-13E3-8DCF-E62E-CAC5E9944F44}"/>
                </a:ext>
              </a:extLst>
            </p:cNvPr>
            <p:cNvSpPr txBox="1"/>
            <p:nvPr/>
          </p:nvSpPr>
          <p:spPr>
            <a:xfrm>
              <a:off x="3753717" y="2343426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           -          65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FB124E2-C4D4-0F44-7E51-8C4184B4D82C}"/>
                </a:ext>
              </a:extLst>
            </p:cNvPr>
            <p:cNvSpPr txBox="1"/>
            <p:nvPr/>
          </p:nvSpPr>
          <p:spPr>
            <a:xfrm>
              <a:off x="5365713" y="2341842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66         -        128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DA35469-397C-2A6E-D936-6F9275978433}"/>
                </a:ext>
              </a:extLst>
            </p:cNvPr>
            <p:cNvSpPr txBox="1"/>
            <p:nvPr/>
          </p:nvSpPr>
          <p:spPr>
            <a:xfrm>
              <a:off x="6975774" y="2341842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129       -       191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824638D-B3A2-1CA6-FA61-97C557D153E3}"/>
                </a:ext>
              </a:extLst>
            </p:cNvPr>
            <p:cNvSpPr txBox="1"/>
            <p:nvPr/>
          </p:nvSpPr>
          <p:spPr>
            <a:xfrm>
              <a:off x="8587770" y="2341842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192       -        254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3BECCD-9552-E62E-2021-2AE764F952A2}"/>
                </a:ext>
              </a:extLst>
            </p:cNvPr>
            <p:cNvSpPr txBox="1"/>
            <p:nvPr/>
          </p:nvSpPr>
          <p:spPr>
            <a:xfrm>
              <a:off x="10197831" y="2341842"/>
              <a:ext cx="582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255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16CEF31-DD21-D1FD-F519-62ED82001AA5}"/>
              </a:ext>
            </a:extLst>
          </p:cNvPr>
          <p:cNvGrpSpPr/>
          <p:nvPr/>
        </p:nvGrpSpPr>
        <p:grpSpPr>
          <a:xfrm>
            <a:off x="3268187" y="5083167"/>
            <a:ext cx="5182794" cy="476595"/>
            <a:chOff x="3152267" y="2027030"/>
            <a:chExt cx="7627598" cy="701413"/>
          </a:xfrm>
        </p:grpSpPr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7087F879-5F98-6161-6C28-F1F4DE7ED3E0}"/>
                </a:ext>
              </a:extLst>
            </p:cNvPr>
            <p:cNvSpPr/>
            <p:nvPr/>
          </p:nvSpPr>
          <p:spPr>
            <a:xfrm>
              <a:off x="3204029" y="2070227"/>
              <a:ext cx="7575836" cy="652670"/>
            </a:xfrm>
            <a:prstGeom prst="roundRect">
              <a:avLst>
                <a:gd name="adj" fmla="val 7686"/>
              </a:avLst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7C4C6E7-7D56-2451-E2D2-5D97B008CCC6}"/>
                </a:ext>
              </a:extLst>
            </p:cNvPr>
            <p:cNvSpPr/>
            <p:nvPr/>
          </p:nvSpPr>
          <p:spPr>
            <a:xfrm>
              <a:off x="3251200" y="2374900"/>
              <a:ext cx="533400" cy="3048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C3D6C10-6658-D19A-DE2C-0721D42EB11C}"/>
                </a:ext>
              </a:extLst>
            </p:cNvPr>
            <p:cNvSpPr/>
            <p:nvPr/>
          </p:nvSpPr>
          <p:spPr>
            <a:xfrm>
              <a:off x="3784600" y="2374900"/>
              <a:ext cx="1620000" cy="3048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B0CE268-2D79-2F4C-6ACF-6F7D70453858}"/>
                </a:ext>
              </a:extLst>
            </p:cNvPr>
            <p:cNvSpPr/>
            <p:nvPr/>
          </p:nvSpPr>
          <p:spPr>
            <a:xfrm>
              <a:off x="5404600" y="2374900"/>
              <a:ext cx="1620000" cy="30480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69039351-60EA-564D-9DCD-AFAC14A74897}"/>
                </a:ext>
              </a:extLst>
            </p:cNvPr>
            <p:cNvSpPr/>
            <p:nvPr/>
          </p:nvSpPr>
          <p:spPr>
            <a:xfrm>
              <a:off x="7024600" y="2374900"/>
              <a:ext cx="1620000" cy="3048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B928D4A-0C1A-5650-037F-0206E8C2BDB0}"/>
                </a:ext>
              </a:extLst>
            </p:cNvPr>
            <p:cNvSpPr/>
            <p:nvPr/>
          </p:nvSpPr>
          <p:spPr>
            <a:xfrm>
              <a:off x="8634661" y="2374900"/>
              <a:ext cx="1620000" cy="304800"/>
            </a:xfrm>
            <a:prstGeom prst="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54AE646-54E6-2222-8887-D9357F862622}"/>
                </a:ext>
              </a:extLst>
            </p:cNvPr>
            <p:cNvSpPr txBox="1"/>
            <p:nvPr/>
          </p:nvSpPr>
          <p:spPr>
            <a:xfrm>
              <a:off x="3358874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N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25122D9-82E4-DEED-E579-C5E8669996EE}"/>
                </a:ext>
              </a:extLst>
            </p:cNvPr>
            <p:cNvSpPr txBox="1"/>
            <p:nvPr/>
          </p:nvSpPr>
          <p:spPr>
            <a:xfrm>
              <a:off x="4374558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F2867A3-9536-7A8E-D7FF-57495120677B}"/>
                </a:ext>
              </a:extLst>
            </p:cNvPr>
            <p:cNvSpPr txBox="1"/>
            <p:nvPr/>
          </p:nvSpPr>
          <p:spPr>
            <a:xfrm>
              <a:off x="5994558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B9D5BDD-BE8C-43E9-1425-BD5F63EBB595}"/>
                </a:ext>
              </a:extLst>
            </p:cNvPr>
            <p:cNvSpPr txBox="1"/>
            <p:nvPr/>
          </p:nvSpPr>
          <p:spPr>
            <a:xfrm>
              <a:off x="7614558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G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856A04-4BAC-1D71-B258-3EC14E969C6E}"/>
                </a:ext>
              </a:extLst>
            </p:cNvPr>
            <p:cNvSpPr txBox="1"/>
            <p:nvPr/>
          </p:nvSpPr>
          <p:spPr>
            <a:xfrm>
              <a:off x="8992983" y="2027030"/>
              <a:ext cx="913294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>
                  <a:solidFill>
                    <a:schemeClr val="bg1"/>
                  </a:solidFill>
                </a:rPr>
                <a:t>T or U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3DB76CA-2FC7-075A-23F5-9BAB6BE58858}"/>
                </a:ext>
              </a:extLst>
            </p:cNvPr>
            <p:cNvSpPr/>
            <p:nvPr/>
          </p:nvSpPr>
          <p:spPr>
            <a:xfrm>
              <a:off x="10264598" y="2374900"/>
              <a:ext cx="395275" cy="3048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3C6F5EA-EB8C-05AE-FC41-08E78F3232BB}"/>
                </a:ext>
              </a:extLst>
            </p:cNvPr>
            <p:cNvSpPr txBox="1"/>
            <p:nvPr/>
          </p:nvSpPr>
          <p:spPr>
            <a:xfrm>
              <a:off x="3152267" y="2343426"/>
              <a:ext cx="732905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0 … 2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A75593F-B601-0DCE-E013-44AE0F31D49F}"/>
                </a:ext>
              </a:extLst>
            </p:cNvPr>
            <p:cNvSpPr txBox="1"/>
            <p:nvPr/>
          </p:nvSpPr>
          <p:spPr>
            <a:xfrm>
              <a:off x="3753716" y="2343427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3           …           65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8C5FA61-3804-225C-05B4-1D7311358139}"/>
                </a:ext>
              </a:extLst>
            </p:cNvPr>
            <p:cNvSpPr txBox="1"/>
            <p:nvPr/>
          </p:nvSpPr>
          <p:spPr>
            <a:xfrm>
              <a:off x="5365713" y="2341842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66         …        128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916D090-BECF-C823-00E4-BE081EF6F7C7}"/>
                </a:ext>
              </a:extLst>
            </p:cNvPr>
            <p:cNvSpPr txBox="1"/>
            <p:nvPr/>
          </p:nvSpPr>
          <p:spPr>
            <a:xfrm>
              <a:off x="6975774" y="2341842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129       …        191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8D5CE39-72C8-AAAE-EEB4-C62DB3A89724}"/>
                </a:ext>
              </a:extLst>
            </p:cNvPr>
            <p:cNvSpPr txBox="1"/>
            <p:nvPr/>
          </p:nvSpPr>
          <p:spPr>
            <a:xfrm>
              <a:off x="8587770" y="2341842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192       …        254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C423C89-8BA7-2308-8126-0BAE02033B5D}"/>
                </a:ext>
              </a:extLst>
            </p:cNvPr>
            <p:cNvSpPr txBox="1"/>
            <p:nvPr/>
          </p:nvSpPr>
          <p:spPr>
            <a:xfrm>
              <a:off x="10167355" y="2341842"/>
              <a:ext cx="612510" cy="3850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</a:rPr>
                <a:t>255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93555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6547</TotalTime>
  <Words>183</Words>
  <Application>Microsoft Macintosh PowerPoint</Application>
  <PresentationFormat>Widescreen</PresentationFormat>
  <Paragraphs>78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Mohammed Alser</dc:creator>
  <cp:lastModifiedBy>Mohammed Alser</cp:lastModifiedBy>
  <cp:revision>5</cp:revision>
  <dcterms:created xsi:type="dcterms:W3CDTF">2025-12-31T03:56:34Z</dcterms:created>
  <dcterms:modified xsi:type="dcterms:W3CDTF">2026-01-04T17:03:48Z</dcterms:modified>
</cp:coreProperties>
</file>