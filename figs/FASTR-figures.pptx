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78C7"/>
    <a:srgbClr val="FDDC26"/>
    <a:srgbClr val="2B99AA"/>
    <a:srgbClr val="E651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27"/>
    <p:restoredTop sz="94672"/>
  </p:normalViewPr>
  <p:slideViewPr>
    <p:cSldViewPr snapToGrid="0">
      <p:cViewPr>
        <p:scale>
          <a:sx n="101" d="100"/>
          <a:sy n="101" d="100"/>
        </p:scale>
        <p:origin x="15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EF40-73B0-8F66-8F08-9068A6D9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0907CB-5D79-D6B6-4278-FCE2AB1BB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85079-4498-5483-608C-9D00AF4B2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6EBA-401A-4F45-93FA-58FC2CC298E1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D5F32-20E9-F26F-6FFF-2AFD3857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2EB89-397A-40FA-C168-37AE090C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5F5B-349E-4145-9579-024BB3C7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74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25413-6F4C-5E9C-05D9-41AD5FF45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95825-1F5B-EE8C-7066-CBBAF5171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D3A1D-912C-E6C8-3C5A-491998556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6EBA-401A-4F45-93FA-58FC2CC298E1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5C8B6-7DB2-2B8A-4C3B-2643D38EF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7AAA6-384C-E831-E017-A53774CE1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5F5B-349E-4145-9579-024BB3C7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4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781C6-2B26-E6FB-94CE-F411A5F5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132C4-C9EB-0EE5-72FE-322709617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EBDD4-A64D-1D14-EDE2-830F46DA8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6EBA-401A-4F45-93FA-58FC2CC298E1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F7FA8-9F6D-8D2A-D4EB-E53693601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6B8E7-31CF-4A44-8BB5-50C44894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5F5B-349E-4145-9579-024BB3C7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70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B7BAE-CCCF-FA07-CA46-84F361DE1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A6B78-DE26-E6ED-F926-3E59F6764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EDD30-AD0E-5B41-7DBE-6150506C6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E2FF8-8D81-DAD6-85B5-370F6FAA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6EBA-401A-4F45-93FA-58FC2CC298E1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940D6-A1D9-09C7-4A8C-25D9756F0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86DF0-7F31-7CDB-98C4-74BCD12D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5F5B-349E-4145-9579-024BB3C7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7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A5273-304B-6EE5-30C6-4FA5EA509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6E5D1-0FEF-399A-1345-5BB22F0F6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52B4-B805-93B8-552B-499671033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081C23-B760-B1BC-0139-0A96C9F54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CD572C-EA66-539E-DBC3-1529774D8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5AB30-8ACF-7049-DFBF-FCBB0E6CB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6EBA-401A-4F45-93FA-58FC2CC298E1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CE27D-7D29-D584-2727-7B97BF437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48B603-49CA-C545-DADB-1C5A6E53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5F5B-349E-4145-9579-024BB3C7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33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719F-6964-4221-E0BA-1B475DC7D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6B5C8-2D0B-DCBC-082D-7F44A35E7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6EBA-401A-4F45-93FA-58FC2CC298E1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10606-133C-DFBB-FBB6-F45B905A3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15BBB2-E08C-E432-E600-DB1B0E66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5F5B-349E-4145-9579-024BB3C7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801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647D84-DD27-9E05-E61D-AF5BB4D7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6EBA-401A-4F45-93FA-58FC2CC298E1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B2FE63-676C-BB7D-1F00-553D1780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1C09D-86FE-096D-39E6-4F4EC40B4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5F5B-349E-4145-9579-024BB3C7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5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C394-7525-93EB-B222-F0D426FB5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9E8EC-0D8B-037E-9C72-DA7FDEB78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26B7C-7508-F666-7903-61FAE2997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F63E6-EF95-4E89-0313-38F25AAE2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6EBA-401A-4F45-93FA-58FC2CC298E1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6D1DE-6207-1005-3288-9548B39C4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27139-94CB-94CB-5CEB-EEC00E0B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5F5B-349E-4145-9579-024BB3C7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21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B6AA8-7FE4-9F58-837B-778BDF504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87010B-F397-090E-A388-2EBD7D6F7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CA1BC-DC50-FAE2-8B24-9D19DE3C9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04D0F-7A8F-6C3B-F65A-DDE44021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6EBA-401A-4F45-93FA-58FC2CC298E1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7630B-D110-F725-1CCE-968FFA6C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A0EE1-2C97-686D-7B8A-ABDFDAB66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5F5B-349E-4145-9579-024BB3C7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29B15-00C7-1A16-5984-C0C68BDD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ED5F43-C5EB-E8E0-44A7-E42489252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80423-7D22-08A1-7D4F-52B2E2B6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6EBA-401A-4F45-93FA-58FC2CC298E1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CFF57-C96A-1591-DE9D-E42441531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719B0-96F4-7B85-33C9-928B6A63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5F5B-349E-4145-9579-024BB3C7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1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EB9AF3-36FF-A1BD-1BD0-8306CD970F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BD0D8-E692-91C3-ED7F-2A05290C1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8D210-5DD3-3F40-8527-17D3D8B14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16EBA-401A-4F45-93FA-58FC2CC298E1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4DEFE-A6ED-D487-97E6-E524FC0D4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B1CC8-704F-CBD3-4485-C0E0A0DE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5F5B-349E-4145-9579-024BB3C7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7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3E0AC2-41C8-E5FE-88D3-6ADAD880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7705F-E0D0-8320-4E5A-541CD9DFC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405B5-71AA-B0FA-E325-147D2A648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16EBA-401A-4F45-93FA-58FC2CC298E1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25953-CE37-15AC-B26A-C2AE3724E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637D9-1345-46D7-8E83-038E16B7F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B5F5B-349E-4145-9579-024BB3C7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613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2E8C11-9D77-8478-FDEF-50FACAE3A426}"/>
              </a:ext>
            </a:extLst>
          </p:cNvPr>
          <p:cNvSpPr/>
          <p:nvPr/>
        </p:nvSpPr>
        <p:spPr>
          <a:xfrm>
            <a:off x="77547" y="2084025"/>
            <a:ext cx="2403560" cy="12128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46608C-4301-4AD6-485F-3897286687B1}"/>
              </a:ext>
            </a:extLst>
          </p:cNvPr>
          <p:cNvSpPr/>
          <p:nvPr/>
        </p:nvSpPr>
        <p:spPr>
          <a:xfrm>
            <a:off x="339889" y="2209715"/>
            <a:ext cx="1619795" cy="180000"/>
          </a:xfrm>
          <a:prstGeom prst="roundRect">
            <a:avLst/>
          </a:prstGeom>
          <a:solidFill>
            <a:srgbClr val="E651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C6373-E51E-C883-54ED-2CB0DCB6A53B}"/>
              </a:ext>
            </a:extLst>
          </p:cNvPr>
          <p:cNvSpPr txBox="1"/>
          <p:nvPr/>
        </p:nvSpPr>
        <p:spPr>
          <a:xfrm>
            <a:off x="39445" y="2115049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@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C1AB09A-F745-BC3C-26A8-0280FF322AA7}"/>
              </a:ext>
            </a:extLst>
          </p:cNvPr>
          <p:cNvSpPr/>
          <p:nvPr/>
        </p:nvSpPr>
        <p:spPr>
          <a:xfrm>
            <a:off x="158914" y="2522481"/>
            <a:ext cx="2250351" cy="180000"/>
          </a:xfrm>
          <a:prstGeom prst="roundRect">
            <a:avLst/>
          </a:prstGeom>
          <a:solidFill>
            <a:srgbClr val="2B99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ACGTACGTACGTAC ...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765D418-428B-9EEC-E77A-48D9CEB04F52}"/>
              </a:ext>
            </a:extLst>
          </p:cNvPr>
          <p:cNvSpPr/>
          <p:nvPr/>
        </p:nvSpPr>
        <p:spPr>
          <a:xfrm>
            <a:off x="158913" y="2963137"/>
            <a:ext cx="2250351" cy="180000"/>
          </a:xfrm>
          <a:prstGeom prst="roundRect">
            <a:avLst/>
          </a:prstGeom>
          <a:solidFill>
            <a:srgbClr val="FDDC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'&lt;(&lt;&lt;C%&gt;3C&gt;&gt;%% 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887F23-6818-44D5-D79D-5BC3531C90F5}"/>
              </a:ext>
            </a:extLst>
          </p:cNvPr>
          <p:cNvSpPr txBox="1"/>
          <p:nvPr/>
        </p:nvSpPr>
        <p:spPr>
          <a:xfrm>
            <a:off x="39445" y="2648143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14ADB2-EAB5-AFE0-CDA8-4F1CA4788FB8}"/>
              </a:ext>
            </a:extLst>
          </p:cNvPr>
          <p:cNvSpPr/>
          <p:nvPr/>
        </p:nvSpPr>
        <p:spPr>
          <a:xfrm>
            <a:off x="2824569" y="376907"/>
            <a:ext cx="2403560" cy="20356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B666563-C274-5774-DDFE-2290D85AFB0C}"/>
              </a:ext>
            </a:extLst>
          </p:cNvPr>
          <p:cNvSpPr/>
          <p:nvPr/>
        </p:nvSpPr>
        <p:spPr>
          <a:xfrm>
            <a:off x="3086911" y="1330603"/>
            <a:ext cx="1044000" cy="180000"/>
          </a:xfrm>
          <a:prstGeom prst="roundRect">
            <a:avLst/>
          </a:prstGeom>
          <a:solidFill>
            <a:srgbClr val="E651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mini header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15B00E-9908-6C37-2ECB-6A6E93354EC3}"/>
              </a:ext>
            </a:extLst>
          </p:cNvPr>
          <p:cNvSpPr txBox="1"/>
          <p:nvPr/>
        </p:nvSpPr>
        <p:spPr>
          <a:xfrm>
            <a:off x="2786467" y="1235937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@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46BFF82-CD4F-0121-7736-2C81975AEF8C}"/>
              </a:ext>
            </a:extLst>
          </p:cNvPr>
          <p:cNvSpPr/>
          <p:nvPr/>
        </p:nvSpPr>
        <p:spPr>
          <a:xfrm>
            <a:off x="2905936" y="1643369"/>
            <a:ext cx="2250351" cy="180000"/>
          </a:xfrm>
          <a:prstGeom prst="roundRect">
            <a:avLst/>
          </a:prstGeom>
          <a:solidFill>
            <a:srgbClr val="2B99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ACGTACGTACGTAC ...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6836E52-76FE-9AF6-3F84-EFED1A2DC7D2}"/>
              </a:ext>
            </a:extLst>
          </p:cNvPr>
          <p:cNvSpPr/>
          <p:nvPr/>
        </p:nvSpPr>
        <p:spPr>
          <a:xfrm>
            <a:off x="2905935" y="2084025"/>
            <a:ext cx="2250351" cy="180000"/>
          </a:xfrm>
          <a:prstGeom prst="roundRect">
            <a:avLst/>
          </a:prstGeom>
          <a:solidFill>
            <a:srgbClr val="FDDC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'&lt;(&lt;&lt;C%&gt;3C&gt;&gt;%% ...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4D6B63-2FE2-28C5-CC60-881A5D358363}"/>
              </a:ext>
            </a:extLst>
          </p:cNvPr>
          <p:cNvSpPr txBox="1"/>
          <p:nvPr/>
        </p:nvSpPr>
        <p:spPr>
          <a:xfrm>
            <a:off x="2786467" y="1769031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FEB2731-FAEA-E7A7-10A3-679F38027814}"/>
              </a:ext>
            </a:extLst>
          </p:cNvPr>
          <p:cNvSpPr/>
          <p:nvPr/>
        </p:nvSpPr>
        <p:spPr>
          <a:xfrm>
            <a:off x="3086911" y="418040"/>
            <a:ext cx="1619795" cy="180000"/>
          </a:xfrm>
          <a:prstGeom prst="roundRect">
            <a:avLst/>
          </a:prstGeom>
          <a:solidFill>
            <a:srgbClr val="2D78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metadata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5C9082-D681-1B06-12B3-6ED983D37C85}"/>
              </a:ext>
            </a:extLst>
          </p:cNvPr>
          <p:cNvSpPr txBox="1"/>
          <p:nvPr/>
        </p:nvSpPr>
        <p:spPr>
          <a:xfrm>
            <a:off x="2757892" y="323374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4EDF54D-603C-989A-6B13-E8AAC0035190}"/>
              </a:ext>
            </a:extLst>
          </p:cNvPr>
          <p:cNvSpPr/>
          <p:nvPr/>
        </p:nvSpPr>
        <p:spPr>
          <a:xfrm>
            <a:off x="3086911" y="665605"/>
            <a:ext cx="1619795" cy="180000"/>
          </a:xfrm>
          <a:prstGeom prst="roundRect">
            <a:avLst/>
          </a:prstGeom>
          <a:solidFill>
            <a:srgbClr val="2D78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metadata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03C733-C969-5BA8-B6DC-E119BEB5917F}"/>
              </a:ext>
            </a:extLst>
          </p:cNvPr>
          <p:cNvSpPr txBox="1"/>
          <p:nvPr/>
        </p:nvSpPr>
        <p:spPr>
          <a:xfrm>
            <a:off x="2757892" y="570939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A2ECA00-7D3D-3DC7-CBEE-B7E9D5808EA5}"/>
              </a:ext>
            </a:extLst>
          </p:cNvPr>
          <p:cNvSpPr/>
          <p:nvPr/>
        </p:nvSpPr>
        <p:spPr>
          <a:xfrm>
            <a:off x="3086911" y="930689"/>
            <a:ext cx="1619795" cy="180000"/>
          </a:xfrm>
          <a:prstGeom prst="roundRect">
            <a:avLst/>
          </a:prstGeom>
          <a:solidFill>
            <a:srgbClr val="2D78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metadata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38B580-9A31-942C-DF05-D7A5EC821F8F}"/>
              </a:ext>
            </a:extLst>
          </p:cNvPr>
          <p:cNvSpPr txBox="1"/>
          <p:nvPr/>
        </p:nvSpPr>
        <p:spPr>
          <a:xfrm>
            <a:off x="2757892" y="836023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C3ADB8-42F7-842E-D3D6-E8A885305A82}"/>
              </a:ext>
            </a:extLst>
          </p:cNvPr>
          <p:cNvSpPr/>
          <p:nvPr/>
        </p:nvSpPr>
        <p:spPr>
          <a:xfrm>
            <a:off x="5485306" y="376907"/>
            <a:ext cx="2403560" cy="20356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37EED9-8F68-6336-F46D-AC25689FBAC7}"/>
              </a:ext>
            </a:extLst>
          </p:cNvPr>
          <p:cNvSpPr txBox="1"/>
          <p:nvPr/>
        </p:nvSpPr>
        <p:spPr>
          <a:xfrm>
            <a:off x="5447204" y="1235937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@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B17AF01-01C5-7FA2-547D-BCBBFC30A4D5}"/>
              </a:ext>
            </a:extLst>
          </p:cNvPr>
          <p:cNvSpPr/>
          <p:nvPr/>
        </p:nvSpPr>
        <p:spPr>
          <a:xfrm>
            <a:off x="5566673" y="1643369"/>
            <a:ext cx="2250351" cy="18000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????5?c?M?5?5? ...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D95D859-10FA-8472-169F-AF93F38D2A52}"/>
              </a:ext>
            </a:extLst>
          </p:cNvPr>
          <p:cNvSpPr/>
          <p:nvPr/>
        </p:nvSpPr>
        <p:spPr>
          <a:xfrm>
            <a:off x="5747648" y="418040"/>
            <a:ext cx="1619795" cy="180000"/>
          </a:xfrm>
          <a:prstGeom prst="roundRect">
            <a:avLst/>
          </a:prstGeom>
          <a:solidFill>
            <a:srgbClr val="2D78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metadata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449366-9D3F-2841-9B3A-B44996FE887E}"/>
              </a:ext>
            </a:extLst>
          </p:cNvPr>
          <p:cNvSpPr txBox="1"/>
          <p:nvPr/>
        </p:nvSpPr>
        <p:spPr>
          <a:xfrm>
            <a:off x="5418629" y="323374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E301C0F-B9D7-6F55-90EC-DD16483CAB25}"/>
              </a:ext>
            </a:extLst>
          </p:cNvPr>
          <p:cNvSpPr/>
          <p:nvPr/>
        </p:nvSpPr>
        <p:spPr>
          <a:xfrm>
            <a:off x="5747648" y="665605"/>
            <a:ext cx="1619795" cy="180000"/>
          </a:xfrm>
          <a:prstGeom prst="roundRect">
            <a:avLst/>
          </a:prstGeom>
          <a:solidFill>
            <a:srgbClr val="2D78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metadata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F60358-4E06-2C01-F568-811AC97D5AC9}"/>
              </a:ext>
            </a:extLst>
          </p:cNvPr>
          <p:cNvSpPr txBox="1"/>
          <p:nvPr/>
        </p:nvSpPr>
        <p:spPr>
          <a:xfrm>
            <a:off x="5418629" y="570939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2D3E899-EB97-F69C-36E0-63A99C4E6381}"/>
              </a:ext>
            </a:extLst>
          </p:cNvPr>
          <p:cNvSpPr/>
          <p:nvPr/>
        </p:nvSpPr>
        <p:spPr>
          <a:xfrm>
            <a:off x="5747648" y="930689"/>
            <a:ext cx="1619795" cy="180000"/>
          </a:xfrm>
          <a:prstGeom prst="roundRect">
            <a:avLst/>
          </a:prstGeom>
          <a:solidFill>
            <a:srgbClr val="2D78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metadata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DC8D9A-E076-32E8-F776-A56FDD4CD342}"/>
              </a:ext>
            </a:extLst>
          </p:cNvPr>
          <p:cNvSpPr txBox="1"/>
          <p:nvPr/>
        </p:nvSpPr>
        <p:spPr>
          <a:xfrm>
            <a:off x="5418629" y="836023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E59EC5-58C9-9813-5C51-3B0AC588D853}"/>
              </a:ext>
            </a:extLst>
          </p:cNvPr>
          <p:cNvSpPr/>
          <p:nvPr/>
        </p:nvSpPr>
        <p:spPr>
          <a:xfrm>
            <a:off x="2824569" y="2981044"/>
            <a:ext cx="2403560" cy="20356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C2A6319-FEE0-6C2D-54D8-6C3D73FC2B8A}"/>
              </a:ext>
            </a:extLst>
          </p:cNvPr>
          <p:cNvSpPr/>
          <p:nvPr/>
        </p:nvSpPr>
        <p:spPr>
          <a:xfrm>
            <a:off x="3086911" y="3934740"/>
            <a:ext cx="1044000" cy="180000"/>
          </a:xfrm>
          <a:prstGeom prst="roundRect">
            <a:avLst/>
          </a:prstGeom>
          <a:solidFill>
            <a:srgbClr val="E651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mini header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EFA674-B026-61A5-FF5C-E3433E608CA1}"/>
              </a:ext>
            </a:extLst>
          </p:cNvPr>
          <p:cNvSpPr txBox="1"/>
          <p:nvPr/>
        </p:nvSpPr>
        <p:spPr>
          <a:xfrm>
            <a:off x="2786467" y="3840074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@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8C3C913-051C-8327-8B37-D6B5F2F8E45F}"/>
              </a:ext>
            </a:extLst>
          </p:cNvPr>
          <p:cNvSpPr/>
          <p:nvPr/>
        </p:nvSpPr>
        <p:spPr>
          <a:xfrm>
            <a:off x="2905936" y="4247506"/>
            <a:ext cx="2250351" cy="18000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????5?c?M?5?5? ...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226C1EE-BFC3-558F-ED92-79390B84EA96}"/>
              </a:ext>
            </a:extLst>
          </p:cNvPr>
          <p:cNvSpPr/>
          <p:nvPr/>
        </p:nvSpPr>
        <p:spPr>
          <a:xfrm>
            <a:off x="3086911" y="3022177"/>
            <a:ext cx="1619795" cy="180000"/>
          </a:xfrm>
          <a:prstGeom prst="roundRect">
            <a:avLst/>
          </a:prstGeom>
          <a:solidFill>
            <a:srgbClr val="2D78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metadata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E98A99-91C4-A9FB-DFB5-EF4A18A470CB}"/>
              </a:ext>
            </a:extLst>
          </p:cNvPr>
          <p:cNvSpPr txBox="1"/>
          <p:nvPr/>
        </p:nvSpPr>
        <p:spPr>
          <a:xfrm>
            <a:off x="2757892" y="2927511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9B964EC-DCC8-5ACA-F26A-0E347287B425}"/>
              </a:ext>
            </a:extLst>
          </p:cNvPr>
          <p:cNvSpPr/>
          <p:nvPr/>
        </p:nvSpPr>
        <p:spPr>
          <a:xfrm>
            <a:off x="3086911" y="3269742"/>
            <a:ext cx="1619795" cy="180000"/>
          </a:xfrm>
          <a:prstGeom prst="roundRect">
            <a:avLst/>
          </a:prstGeom>
          <a:solidFill>
            <a:srgbClr val="2D78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metadata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89F029-99BC-8466-9C15-80CC7CD79E25}"/>
              </a:ext>
            </a:extLst>
          </p:cNvPr>
          <p:cNvSpPr txBox="1"/>
          <p:nvPr/>
        </p:nvSpPr>
        <p:spPr>
          <a:xfrm>
            <a:off x="2757892" y="3175076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BC4CEED3-F517-9895-C930-AE8E062370BC}"/>
              </a:ext>
            </a:extLst>
          </p:cNvPr>
          <p:cNvSpPr/>
          <p:nvPr/>
        </p:nvSpPr>
        <p:spPr>
          <a:xfrm>
            <a:off x="3086911" y="3534826"/>
            <a:ext cx="1619795" cy="180000"/>
          </a:xfrm>
          <a:prstGeom prst="roundRect">
            <a:avLst/>
          </a:prstGeom>
          <a:solidFill>
            <a:srgbClr val="2D78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metadata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769939-B106-86D5-9454-EDA94FDAAEA1}"/>
              </a:ext>
            </a:extLst>
          </p:cNvPr>
          <p:cNvSpPr txBox="1"/>
          <p:nvPr/>
        </p:nvSpPr>
        <p:spPr>
          <a:xfrm>
            <a:off x="2757892" y="3440160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1EBE2E-7AB1-9C9B-04CE-4E2BB0E18BCD}"/>
              </a:ext>
            </a:extLst>
          </p:cNvPr>
          <p:cNvSpPr/>
          <p:nvPr/>
        </p:nvSpPr>
        <p:spPr>
          <a:xfrm>
            <a:off x="5485306" y="2981044"/>
            <a:ext cx="2403560" cy="12283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3E562C15-F293-F988-1414-E117D131B9E0}"/>
              </a:ext>
            </a:extLst>
          </p:cNvPr>
          <p:cNvSpPr/>
          <p:nvPr/>
        </p:nvSpPr>
        <p:spPr>
          <a:xfrm>
            <a:off x="5747648" y="3022177"/>
            <a:ext cx="1619795" cy="180000"/>
          </a:xfrm>
          <a:prstGeom prst="roundRect">
            <a:avLst/>
          </a:prstGeom>
          <a:solidFill>
            <a:srgbClr val="2D78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metadata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1C4A4C-048B-3845-1223-04B853EEF3B7}"/>
              </a:ext>
            </a:extLst>
          </p:cNvPr>
          <p:cNvSpPr txBox="1"/>
          <p:nvPr/>
        </p:nvSpPr>
        <p:spPr>
          <a:xfrm>
            <a:off x="5418629" y="2927511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BD3BEECE-44B6-0A6A-2559-1EAD73CFD29A}"/>
              </a:ext>
            </a:extLst>
          </p:cNvPr>
          <p:cNvSpPr/>
          <p:nvPr/>
        </p:nvSpPr>
        <p:spPr>
          <a:xfrm>
            <a:off x="5747648" y="3269742"/>
            <a:ext cx="1619795" cy="180000"/>
          </a:xfrm>
          <a:prstGeom prst="roundRect">
            <a:avLst/>
          </a:prstGeom>
          <a:solidFill>
            <a:srgbClr val="2D78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metadata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3FA754-9682-BA77-4068-C1C803B76B7C}"/>
              </a:ext>
            </a:extLst>
          </p:cNvPr>
          <p:cNvSpPr txBox="1"/>
          <p:nvPr/>
        </p:nvSpPr>
        <p:spPr>
          <a:xfrm>
            <a:off x="5418629" y="3175076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25609A25-9013-6809-F1D7-958474EB0DC9}"/>
              </a:ext>
            </a:extLst>
          </p:cNvPr>
          <p:cNvSpPr/>
          <p:nvPr/>
        </p:nvSpPr>
        <p:spPr>
          <a:xfrm>
            <a:off x="5747648" y="3534826"/>
            <a:ext cx="1619795" cy="180000"/>
          </a:xfrm>
          <a:prstGeom prst="roundRect">
            <a:avLst/>
          </a:prstGeom>
          <a:solidFill>
            <a:srgbClr val="2D78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metadata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30442D9-D1BC-BAB5-8058-7D83A218DC27}"/>
              </a:ext>
            </a:extLst>
          </p:cNvPr>
          <p:cNvSpPr txBox="1"/>
          <p:nvPr/>
        </p:nvSpPr>
        <p:spPr>
          <a:xfrm>
            <a:off x="5418629" y="3440160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40455DD-97B5-68EB-66A9-C1E1B30F5C75}"/>
              </a:ext>
            </a:extLst>
          </p:cNvPr>
          <p:cNvSpPr txBox="1"/>
          <p:nvPr/>
        </p:nvSpPr>
        <p:spPr>
          <a:xfrm>
            <a:off x="114018" y="3327461"/>
            <a:ext cx="2331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FASTQ record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BBD335A-E23D-47B3-09CA-34AFD919A36A}"/>
              </a:ext>
            </a:extLst>
          </p:cNvPr>
          <p:cNvSpPr txBox="1"/>
          <p:nvPr/>
        </p:nvSpPr>
        <p:spPr>
          <a:xfrm>
            <a:off x="2805649" y="2418212"/>
            <a:ext cx="2331717" cy="50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dirty="0"/>
              <a:t>FASTR mode 0</a:t>
            </a:r>
          </a:p>
          <a:p>
            <a:pPr algn="ctr">
              <a:lnSpc>
                <a:spcPts val="1560"/>
              </a:lnSpc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header is transformed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831EAD1-BD4F-14FA-0015-E3C44BF9D6F0}"/>
              </a:ext>
            </a:extLst>
          </p:cNvPr>
          <p:cNvSpPr txBox="1"/>
          <p:nvPr/>
        </p:nvSpPr>
        <p:spPr>
          <a:xfrm>
            <a:off x="5228129" y="2410695"/>
            <a:ext cx="2850311" cy="512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dirty="0"/>
              <a:t>FASTR mode 1</a:t>
            </a:r>
          </a:p>
          <a:p>
            <a:pPr algn="ctr">
              <a:lnSpc>
                <a:spcPts val="1560"/>
              </a:lnSpc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seq &amp; quality are transformed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0EE4E2A-A5F8-B8F1-21FF-6385A349E7D9}"/>
              </a:ext>
            </a:extLst>
          </p:cNvPr>
          <p:cNvSpPr txBox="1"/>
          <p:nvPr/>
        </p:nvSpPr>
        <p:spPr>
          <a:xfrm>
            <a:off x="2824569" y="5029140"/>
            <a:ext cx="2403560" cy="710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dirty="0"/>
              <a:t>FASTR mode 2</a:t>
            </a:r>
          </a:p>
          <a:p>
            <a:pPr algn="ctr">
              <a:lnSpc>
                <a:spcPts val="1560"/>
              </a:lnSpc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header &amp; seq &amp; quality </a:t>
            </a:r>
          </a:p>
          <a:p>
            <a:pPr algn="ctr">
              <a:lnSpc>
                <a:spcPts val="1560"/>
              </a:lnSpc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are transformed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C84222F-0CAC-3E29-6811-268F6244DCF0}"/>
              </a:ext>
            </a:extLst>
          </p:cNvPr>
          <p:cNvSpPr txBox="1"/>
          <p:nvPr/>
        </p:nvSpPr>
        <p:spPr>
          <a:xfrm>
            <a:off x="5285281" y="5021809"/>
            <a:ext cx="2660737" cy="710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dirty="0"/>
              <a:t>FASTR mode 3</a:t>
            </a:r>
          </a:p>
          <a:p>
            <a:pPr algn="ctr">
              <a:lnSpc>
                <a:spcPts val="1560"/>
              </a:lnSpc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header is excluded </a:t>
            </a:r>
          </a:p>
          <a:p>
            <a:pPr algn="ctr">
              <a:lnSpc>
                <a:spcPts val="1560"/>
              </a:lnSpc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seq &amp; quality are transformed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EF8BEC64-EC2F-D185-4A07-F75BB74C56B8}"/>
              </a:ext>
            </a:extLst>
          </p:cNvPr>
          <p:cNvSpPr/>
          <p:nvPr/>
        </p:nvSpPr>
        <p:spPr>
          <a:xfrm>
            <a:off x="5747648" y="1327203"/>
            <a:ext cx="1619795" cy="180000"/>
          </a:xfrm>
          <a:prstGeom prst="roundRect">
            <a:avLst/>
          </a:prstGeom>
          <a:solidFill>
            <a:srgbClr val="E651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78FD8EFF-37A5-8BDE-E018-D898DBF388AC}"/>
              </a:ext>
            </a:extLst>
          </p:cNvPr>
          <p:cNvSpPr/>
          <p:nvPr/>
        </p:nvSpPr>
        <p:spPr>
          <a:xfrm>
            <a:off x="5561909" y="3871344"/>
            <a:ext cx="2250351" cy="18000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????5?c?M?5?5? ...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E33E9BF-9626-D5A3-F1BD-522C6A7992A8}"/>
              </a:ext>
            </a:extLst>
          </p:cNvPr>
          <p:cNvSpPr/>
          <p:nvPr/>
        </p:nvSpPr>
        <p:spPr>
          <a:xfrm>
            <a:off x="5491101" y="4294490"/>
            <a:ext cx="2403560" cy="7107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36CDBEC-3A69-A8D4-C95A-6E38C41F31C0}"/>
              </a:ext>
            </a:extLst>
          </p:cNvPr>
          <p:cNvSpPr txBox="1"/>
          <p:nvPr/>
        </p:nvSpPr>
        <p:spPr>
          <a:xfrm>
            <a:off x="5447204" y="4278649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@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6AFB3F04-CF0C-2C98-9CCA-8B942D0E500B}"/>
              </a:ext>
            </a:extLst>
          </p:cNvPr>
          <p:cNvSpPr/>
          <p:nvPr/>
        </p:nvSpPr>
        <p:spPr>
          <a:xfrm>
            <a:off x="5747648" y="4369915"/>
            <a:ext cx="1619795" cy="180000"/>
          </a:xfrm>
          <a:prstGeom prst="roundRect">
            <a:avLst/>
          </a:prstGeom>
          <a:solidFill>
            <a:srgbClr val="E651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20D7DD0C-1C6C-AB28-CC74-AABF8449638C}"/>
              </a:ext>
            </a:extLst>
          </p:cNvPr>
          <p:cNvSpPr/>
          <p:nvPr/>
        </p:nvSpPr>
        <p:spPr>
          <a:xfrm>
            <a:off x="5561909" y="3871344"/>
            <a:ext cx="185739" cy="180000"/>
          </a:xfrm>
          <a:prstGeom prst="roundRect">
            <a:avLst>
              <a:gd name="adj" fmla="val 5576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</p:txBody>
      </p:sp>
      <p:sp>
        <p:nvSpPr>
          <p:cNvPr id="85" name="Right Brace 84">
            <a:extLst>
              <a:ext uri="{FF2B5EF4-FFF2-40B4-BE49-F238E27FC236}">
                <a16:creationId xmlns:a16="http://schemas.microsoft.com/office/drawing/2014/main" id="{368A4C7C-A74A-56C8-CBB5-640BC9508C70}"/>
              </a:ext>
            </a:extLst>
          </p:cNvPr>
          <p:cNvSpPr/>
          <p:nvPr/>
        </p:nvSpPr>
        <p:spPr>
          <a:xfrm>
            <a:off x="7389839" y="402346"/>
            <a:ext cx="141721" cy="730585"/>
          </a:xfrm>
          <a:prstGeom prst="rightBrace">
            <a:avLst>
              <a:gd name="adj1" fmla="val 79607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AA20CA8-8E81-7DE3-B1FD-541A43461C91}"/>
              </a:ext>
            </a:extLst>
          </p:cNvPr>
          <p:cNvSpPr txBox="1"/>
          <p:nvPr/>
        </p:nvSpPr>
        <p:spPr>
          <a:xfrm rot="16200000">
            <a:off x="7065136" y="737365"/>
            <a:ext cx="1130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cs typeface="Courier New" panose="02070309020205020404" pitchFamily="49" charset="0"/>
              </a:rPr>
              <a:t>file header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28877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125</Words>
  <Application>Microsoft Macintosh PowerPoint</Application>
  <PresentationFormat>Widescreen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Alser</dc:creator>
  <cp:lastModifiedBy>Mohammed Alser</cp:lastModifiedBy>
  <cp:revision>1</cp:revision>
  <dcterms:created xsi:type="dcterms:W3CDTF">2025-12-31T03:56:34Z</dcterms:created>
  <dcterms:modified xsi:type="dcterms:W3CDTF">2025-12-31T04:37:21Z</dcterms:modified>
</cp:coreProperties>
</file>