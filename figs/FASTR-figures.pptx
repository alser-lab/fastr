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57" r:id="rId3"/>
    <p:sldId id="256" r:id="rId4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78C7"/>
    <a:srgbClr val="FDDC26"/>
    <a:srgbClr val="2B99AA"/>
    <a:srgbClr val="E651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803"/>
    <p:restoredTop sz="94672"/>
  </p:normalViewPr>
  <p:slideViewPr>
    <p:cSldViewPr snapToGrid="0">
      <p:cViewPr>
        <p:scale>
          <a:sx n="101" d="100"/>
          <a:sy n="101" d="100"/>
        </p:scale>
        <p:origin x="64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9EF40-73B0-8F66-8F08-9068A6D98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0907CB-5D79-D6B6-4278-FCE2AB1BB5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079-4498-5483-608C-9D00AF4B2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16EBA-401A-4F45-93FA-58FC2CC298E1}" type="datetimeFigureOut">
              <a:rPr lang="en-US" smtClean="0"/>
              <a:t>1/19/26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3D5F32-20E9-F26F-6FFF-2AFD38570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62EB89-397A-40FA-C168-37AE090C3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B5F5B-349E-4145-9579-024BB3C79F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53746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25413-6F4C-5E9C-05D9-41AD5FF45D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595825-1F5B-EE8C-7066-CBBAF51714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2D3A1D-912C-E6C8-3C5A-491998556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16EBA-401A-4F45-93FA-58FC2CC298E1}" type="datetimeFigureOut">
              <a:rPr lang="en-US" smtClean="0"/>
              <a:t>1/19/26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F5C8B6-7DB2-2B8A-4C3B-2643D38EF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A7AAA6-384C-E831-E017-A53774CE1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B5F5B-349E-4145-9579-024BB3C79F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9483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781C6-2B26-E6FB-94CE-F411A5F5B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F132C4-C9EB-0EE5-72FE-3227096173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8EBDD4-A64D-1D14-EDE2-830F46DA8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16EBA-401A-4F45-93FA-58FC2CC298E1}" type="datetimeFigureOut">
              <a:rPr lang="en-US" smtClean="0"/>
              <a:t>1/19/26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4F7FA8-9F6D-8D2A-D4EB-E53693601B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16B8E7-31CF-4A44-8BB5-50C44894D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B5F5B-349E-4145-9579-024BB3C79F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08702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B7BAE-CCCF-FA07-CA46-84F361DE1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3A6B78-DE26-E6ED-F926-3E59F67646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4EDD30-AD0E-5B41-7DBE-6150506C6A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7E2FF8-8D81-DAD6-85B5-370F6FAA9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16EBA-401A-4F45-93FA-58FC2CC298E1}" type="datetimeFigureOut">
              <a:rPr lang="en-US" smtClean="0"/>
              <a:t>1/19/26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0940D6-A1D9-09C7-4A8C-25D9756F0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186DF0-7F31-7CDB-98C4-74BCD12DF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B5F5B-349E-4145-9579-024BB3C79F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7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A5273-304B-6EE5-30C6-4FA5EA509F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66E5D1-0FEF-399A-1345-5BB22F0F62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52B4-B805-93B8-552B-4996710335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081C23-B760-B1BC-0139-0A96C9F54B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CD572C-EA66-539E-DBC3-1529774D85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85AB30-8ACF-7049-DFBF-FCBB0E6CB0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16EBA-401A-4F45-93FA-58FC2CC298E1}" type="datetimeFigureOut">
              <a:rPr lang="en-US" smtClean="0"/>
              <a:t>1/19/26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2ACE27D-7D29-D584-2727-7B97BF4379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48B603-49CA-C545-DADB-1C5A6E53A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B5F5B-349E-4145-9579-024BB3C79F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0339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3719F-6964-4221-E0BA-1B475DC7D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6B5C8-2D0B-DCBC-082D-7F44A35E7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16EBA-401A-4F45-93FA-58FC2CC298E1}" type="datetimeFigureOut">
              <a:rPr lang="en-US" smtClean="0"/>
              <a:t>1/19/26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810606-133C-DFBB-FBB6-F45B905A3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15BBB2-E08C-E432-E600-DB1B0E66E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B5F5B-349E-4145-9579-024BB3C79F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8018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647D84-DD27-9E05-E61D-AF5BB4D7F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16EBA-401A-4F45-93FA-58FC2CC298E1}" type="datetimeFigureOut">
              <a:rPr lang="en-US" smtClean="0"/>
              <a:t>1/19/26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B2FE63-676C-BB7D-1F00-553D1780C4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81C09D-86FE-096D-39E6-4F4EC40B4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B5F5B-349E-4145-9579-024BB3C79F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6572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3C394-7525-93EB-B222-F0D426FB5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49E8EC-0D8B-037E-9C72-DA7FDEB780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226B7C-7508-F666-7903-61FAE2997C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EF63E6-EF95-4E89-0313-38F25AAE2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16EBA-401A-4F45-93FA-58FC2CC298E1}" type="datetimeFigureOut">
              <a:rPr lang="en-US" smtClean="0"/>
              <a:t>1/19/26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86D1DE-6207-1005-3288-9548B39C4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D27139-94CB-94CB-5CEB-EEC00E0B8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B5F5B-349E-4145-9579-024BB3C79F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321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B6AA8-7FE4-9F58-837B-778BDF504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87010B-F397-090E-A388-2EBD7D6F73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4CA1BC-DC50-FAE2-8B24-9D19DE3C9C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E04D0F-7A8F-6C3B-F65A-DDE44021F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16EBA-401A-4F45-93FA-58FC2CC298E1}" type="datetimeFigureOut">
              <a:rPr lang="en-US" smtClean="0"/>
              <a:t>1/19/26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97630B-D110-F725-1CCE-968FFA6C1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6A0EE1-2C97-686D-7B8A-ABDFDAB66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B5F5B-349E-4145-9579-024BB3C79F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356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29B15-00C7-1A16-5984-C0C68BDD3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ED5F43-C5EB-E8E0-44A7-E424892523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380423-7D22-08A1-7D4F-52B2E2B67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16EBA-401A-4F45-93FA-58FC2CC298E1}" type="datetimeFigureOut">
              <a:rPr lang="en-US" smtClean="0"/>
              <a:t>1/19/26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0CFF57-C96A-1591-DE9D-E42441531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F719B0-96F4-7B85-33C9-928B6A63F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B5F5B-349E-4145-9579-024BB3C79F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29151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2EB9AF3-36FF-A1BD-1BD0-8306CD970F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2BD0D8-E692-91C3-ED7F-2A05290C1D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08D210-5DD3-3F40-8527-17D3D8B14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16EBA-401A-4F45-93FA-58FC2CC298E1}" type="datetimeFigureOut">
              <a:rPr lang="en-US" smtClean="0"/>
              <a:t>1/19/26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4DEFE-A6ED-D487-97E6-E524FC0D4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FB1CC8-704F-CBD3-4485-C0E0A0DE8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B5F5B-349E-4145-9579-024BB3C79F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7773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3E0AC2-41C8-E5FE-88D3-6ADAD88007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67705F-E0D0-8320-4E5A-541CD9DFC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D405B5-71AA-B0FA-E325-147D2A648F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416EBA-401A-4F45-93FA-58FC2CC298E1}" type="datetimeFigureOut">
              <a:rPr lang="en-US" smtClean="0"/>
              <a:t>1/19/26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025953-CE37-15AC-B26A-C2AE3724E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A637D9-1345-46D7-8E83-038E16B7FA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2B5F5B-349E-4145-9579-024BB3C79F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6133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58">
            <a:extLst>
              <a:ext uri="{FF2B5EF4-FFF2-40B4-BE49-F238E27FC236}">
                <a16:creationId xmlns:a16="http://schemas.microsoft.com/office/drawing/2014/main" id="{411E5BC8-2BC2-4830-7EFB-0AE30B4FAB74}"/>
              </a:ext>
            </a:extLst>
          </p:cNvPr>
          <p:cNvSpPr/>
          <p:nvPr/>
        </p:nvSpPr>
        <p:spPr>
          <a:xfrm>
            <a:off x="11625943" y="696686"/>
            <a:ext cx="2220686" cy="40204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6D4112B-9AEB-DAB4-BBDA-D102EE80A07B}"/>
              </a:ext>
            </a:extLst>
          </p:cNvPr>
          <p:cNvSpPr/>
          <p:nvPr/>
        </p:nvSpPr>
        <p:spPr>
          <a:xfrm>
            <a:off x="38102" y="1562898"/>
            <a:ext cx="2403560" cy="121281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F3F0846C-F7B2-946D-66B5-5C50477E5AFC}"/>
              </a:ext>
            </a:extLst>
          </p:cNvPr>
          <p:cNvSpPr/>
          <p:nvPr/>
        </p:nvSpPr>
        <p:spPr>
          <a:xfrm>
            <a:off x="300444" y="1688588"/>
            <a:ext cx="1619795" cy="180000"/>
          </a:xfrm>
          <a:prstGeom prst="roundRect">
            <a:avLst/>
          </a:prstGeom>
          <a:solidFill>
            <a:srgbClr val="E6513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header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348DF8-65F7-C672-37BE-1E60BB0384FD}"/>
              </a:ext>
            </a:extLst>
          </p:cNvPr>
          <p:cNvSpPr txBox="1"/>
          <p:nvPr/>
        </p:nvSpPr>
        <p:spPr>
          <a:xfrm>
            <a:off x="0" y="1593922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@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633EE83-6C0D-F22A-C7F4-859FB37CDB90}"/>
              </a:ext>
            </a:extLst>
          </p:cNvPr>
          <p:cNvSpPr/>
          <p:nvPr/>
        </p:nvSpPr>
        <p:spPr>
          <a:xfrm>
            <a:off x="119469" y="2001354"/>
            <a:ext cx="2250351" cy="180000"/>
          </a:xfrm>
          <a:prstGeom prst="roundRect">
            <a:avLst/>
          </a:prstGeom>
          <a:solidFill>
            <a:srgbClr val="2B99A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ACGTACGTACGTAC ...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0F9A9DF-F923-7D87-E577-1AF5B08B6ABC}"/>
              </a:ext>
            </a:extLst>
          </p:cNvPr>
          <p:cNvSpPr/>
          <p:nvPr/>
        </p:nvSpPr>
        <p:spPr>
          <a:xfrm>
            <a:off x="119468" y="2442010"/>
            <a:ext cx="2250351" cy="180000"/>
          </a:xfrm>
          <a:prstGeom prst="roundRect">
            <a:avLst/>
          </a:prstGeom>
          <a:solidFill>
            <a:srgbClr val="FDDC2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'&lt;(&lt;&lt;C%&gt;3C&gt;&gt;%% ...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9913AF-D2FB-A49B-9132-D8F7F30E3326}"/>
              </a:ext>
            </a:extLst>
          </p:cNvPr>
          <p:cNvSpPr txBox="1"/>
          <p:nvPr/>
        </p:nvSpPr>
        <p:spPr>
          <a:xfrm>
            <a:off x="0" y="2127016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052FDF-4634-5447-F5CD-094D7DD8A04F}"/>
              </a:ext>
            </a:extLst>
          </p:cNvPr>
          <p:cNvSpPr/>
          <p:nvPr/>
        </p:nvSpPr>
        <p:spPr>
          <a:xfrm>
            <a:off x="2584945" y="1134901"/>
            <a:ext cx="2403560" cy="203567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7176D9E-3A19-73FC-B148-FC6C80B4C94C}"/>
              </a:ext>
            </a:extLst>
          </p:cNvPr>
          <p:cNvSpPr/>
          <p:nvPr/>
        </p:nvSpPr>
        <p:spPr>
          <a:xfrm>
            <a:off x="2847287" y="2088597"/>
            <a:ext cx="1044000" cy="180000"/>
          </a:xfrm>
          <a:prstGeom prst="roundRect">
            <a:avLst/>
          </a:prstGeom>
          <a:solidFill>
            <a:srgbClr val="E6513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mini header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473EC1-FCB3-9D1E-C587-72681C00F20A}"/>
              </a:ext>
            </a:extLst>
          </p:cNvPr>
          <p:cNvSpPr txBox="1"/>
          <p:nvPr/>
        </p:nvSpPr>
        <p:spPr>
          <a:xfrm>
            <a:off x="2546843" y="1993931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@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BEDC72C-6754-C6D9-82E7-76236BAD8280}"/>
              </a:ext>
            </a:extLst>
          </p:cNvPr>
          <p:cNvSpPr/>
          <p:nvPr/>
        </p:nvSpPr>
        <p:spPr>
          <a:xfrm>
            <a:off x="2666312" y="2401363"/>
            <a:ext cx="2250351" cy="180000"/>
          </a:xfrm>
          <a:prstGeom prst="roundRect">
            <a:avLst/>
          </a:prstGeom>
          <a:solidFill>
            <a:srgbClr val="2B99A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ACGTACGTACGTAC ...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46EB530-B8FE-ED9A-0716-756FEF6FACDB}"/>
              </a:ext>
            </a:extLst>
          </p:cNvPr>
          <p:cNvSpPr/>
          <p:nvPr/>
        </p:nvSpPr>
        <p:spPr>
          <a:xfrm>
            <a:off x="2666311" y="2842019"/>
            <a:ext cx="2250351" cy="180000"/>
          </a:xfrm>
          <a:prstGeom prst="roundRect">
            <a:avLst/>
          </a:prstGeom>
          <a:solidFill>
            <a:srgbClr val="FDDC2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'&lt;(&lt;&lt;C%&gt;3C&gt;&gt;%% ...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80D315-02DC-8338-1D34-200C5E587EC4}"/>
              </a:ext>
            </a:extLst>
          </p:cNvPr>
          <p:cNvSpPr txBox="1"/>
          <p:nvPr/>
        </p:nvSpPr>
        <p:spPr>
          <a:xfrm>
            <a:off x="2546843" y="2527025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6838FF0-AD7A-12E4-8F46-791861CB0462}"/>
              </a:ext>
            </a:extLst>
          </p:cNvPr>
          <p:cNvSpPr/>
          <p:nvPr/>
        </p:nvSpPr>
        <p:spPr>
          <a:xfrm>
            <a:off x="2847287" y="1176034"/>
            <a:ext cx="1619795" cy="180000"/>
          </a:xfrm>
          <a:prstGeom prst="roundRect">
            <a:avLst/>
          </a:prstGeom>
          <a:solidFill>
            <a:srgbClr val="2D78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metadata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979382-B256-1DC4-D8E0-5F67292DA405}"/>
              </a:ext>
            </a:extLst>
          </p:cNvPr>
          <p:cNvSpPr txBox="1"/>
          <p:nvPr/>
        </p:nvSpPr>
        <p:spPr>
          <a:xfrm>
            <a:off x="2518268" y="1081368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#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A47F2AB-D02F-B21F-CE7E-031C5435C717}"/>
              </a:ext>
            </a:extLst>
          </p:cNvPr>
          <p:cNvSpPr/>
          <p:nvPr/>
        </p:nvSpPr>
        <p:spPr>
          <a:xfrm>
            <a:off x="2847287" y="1423599"/>
            <a:ext cx="1619795" cy="180000"/>
          </a:xfrm>
          <a:prstGeom prst="roundRect">
            <a:avLst/>
          </a:prstGeom>
          <a:solidFill>
            <a:srgbClr val="2D78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metadata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335A53-D058-7FA7-C7E0-C7B31F93F7A7}"/>
              </a:ext>
            </a:extLst>
          </p:cNvPr>
          <p:cNvSpPr txBox="1"/>
          <p:nvPr/>
        </p:nvSpPr>
        <p:spPr>
          <a:xfrm>
            <a:off x="2518268" y="1328933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#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C57791D3-3457-E64F-19EA-A9A396E19924}"/>
              </a:ext>
            </a:extLst>
          </p:cNvPr>
          <p:cNvSpPr/>
          <p:nvPr/>
        </p:nvSpPr>
        <p:spPr>
          <a:xfrm>
            <a:off x="2847287" y="1688683"/>
            <a:ext cx="1619795" cy="180000"/>
          </a:xfrm>
          <a:prstGeom prst="roundRect">
            <a:avLst/>
          </a:prstGeom>
          <a:solidFill>
            <a:srgbClr val="2D78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metadata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6C568CD-EC3C-11F9-08B4-07785BBEB26F}"/>
              </a:ext>
            </a:extLst>
          </p:cNvPr>
          <p:cNvSpPr txBox="1"/>
          <p:nvPr/>
        </p:nvSpPr>
        <p:spPr>
          <a:xfrm>
            <a:off x="2518268" y="1594017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#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C1CE047-2878-6B71-0FC0-42278A97FE5F}"/>
              </a:ext>
            </a:extLst>
          </p:cNvPr>
          <p:cNvSpPr/>
          <p:nvPr/>
        </p:nvSpPr>
        <p:spPr>
          <a:xfrm>
            <a:off x="5120172" y="1134901"/>
            <a:ext cx="2403560" cy="203567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DABF236-B609-1AE7-54FD-4F5A70DFA0DE}"/>
              </a:ext>
            </a:extLst>
          </p:cNvPr>
          <p:cNvSpPr txBox="1"/>
          <p:nvPr/>
        </p:nvSpPr>
        <p:spPr>
          <a:xfrm>
            <a:off x="5082070" y="1993931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@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B0A43848-64C5-2D88-A486-6651D7ECE9E1}"/>
              </a:ext>
            </a:extLst>
          </p:cNvPr>
          <p:cNvSpPr/>
          <p:nvPr/>
        </p:nvSpPr>
        <p:spPr>
          <a:xfrm>
            <a:off x="5201539" y="2401363"/>
            <a:ext cx="2250351" cy="180000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????5?c?M?5?5? ...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0D21081C-1EA0-7136-18CC-77F35DE5A315}"/>
              </a:ext>
            </a:extLst>
          </p:cNvPr>
          <p:cNvSpPr/>
          <p:nvPr/>
        </p:nvSpPr>
        <p:spPr>
          <a:xfrm>
            <a:off x="5382514" y="1176034"/>
            <a:ext cx="1619795" cy="180000"/>
          </a:xfrm>
          <a:prstGeom prst="roundRect">
            <a:avLst/>
          </a:prstGeom>
          <a:solidFill>
            <a:srgbClr val="2D78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metadata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C6DDBD5-8F9C-44E7-CAE5-7472986C6117}"/>
              </a:ext>
            </a:extLst>
          </p:cNvPr>
          <p:cNvSpPr txBox="1"/>
          <p:nvPr/>
        </p:nvSpPr>
        <p:spPr>
          <a:xfrm>
            <a:off x="5053495" y="1081368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#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5F899D0D-AA73-F4E1-C8E8-34A334AAA5A3}"/>
              </a:ext>
            </a:extLst>
          </p:cNvPr>
          <p:cNvSpPr/>
          <p:nvPr/>
        </p:nvSpPr>
        <p:spPr>
          <a:xfrm>
            <a:off x="5382514" y="1423599"/>
            <a:ext cx="1619795" cy="180000"/>
          </a:xfrm>
          <a:prstGeom prst="roundRect">
            <a:avLst/>
          </a:prstGeom>
          <a:solidFill>
            <a:srgbClr val="2D78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metadata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C11207-833B-C9C3-84D8-60A8908CDAEF}"/>
              </a:ext>
            </a:extLst>
          </p:cNvPr>
          <p:cNvSpPr txBox="1"/>
          <p:nvPr/>
        </p:nvSpPr>
        <p:spPr>
          <a:xfrm>
            <a:off x="5053495" y="1328933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#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1E76B78C-A08B-0016-7A22-B0577384035C}"/>
              </a:ext>
            </a:extLst>
          </p:cNvPr>
          <p:cNvSpPr/>
          <p:nvPr/>
        </p:nvSpPr>
        <p:spPr>
          <a:xfrm>
            <a:off x="5382514" y="1688683"/>
            <a:ext cx="1619795" cy="180000"/>
          </a:xfrm>
          <a:prstGeom prst="roundRect">
            <a:avLst/>
          </a:prstGeom>
          <a:solidFill>
            <a:srgbClr val="2D78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metadata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02F4E9C-61DA-2A2E-3690-089CFC970239}"/>
              </a:ext>
            </a:extLst>
          </p:cNvPr>
          <p:cNvSpPr txBox="1"/>
          <p:nvPr/>
        </p:nvSpPr>
        <p:spPr>
          <a:xfrm>
            <a:off x="5053495" y="1594017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#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C364128-9D8E-8513-621D-0D88882066BE}"/>
              </a:ext>
            </a:extLst>
          </p:cNvPr>
          <p:cNvSpPr/>
          <p:nvPr/>
        </p:nvSpPr>
        <p:spPr>
          <a:xfrm>
            <a:off x="7655399" y="1134901"/>
            <a:ext cx="2403560" cy="203567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2DEFA545-B87D-0867-EEE4-BC6E91105423}"/>
              </a:ext>
            </a:extLst>
          </p:cNvPr>
          <p:cNvSpPr/>
          <p:nvPr/>
        </p:nvSpPr>
        <p:spPr>
          <a:xfrm>
            <a:off x="7917741" y="2088597"/>
            <a:ext cx="1044000" cy="180000"/>
          </a:xfrm>
          <a:prstGeom prst="roundRect">
            <a:avLst/>
          </a:prstGeom>
          <a:solidFill>
            <a:srgbClr val="E6513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mini header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71846D7-1F24-CD47-0329-155D71B49420}"/>
              </a:ext>
            </a:extLst>
          </p:cNvPr>
          <p:cNvSpPr txBox="1"/>
          <p:nvPr/>
        </p:nvSpPr>
        <p:spPr>
          <a:xfrm>
            <a:off x="7617297" y="1993931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@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4AB32970-3B5A-6C3E-68D0-1C877062E82E}"/>
              </a:ext>
            </a:extLst>
          </p:cNvPr>
          <p:cNvSpPr/>
          <p:nvPr/>
        </p:nvSpPr>
        <p:spPr>
          <a:xfrm>
            <a:off x="7736766" y="2401363"/>
            <a:ext cx="2250351" cy="180000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????5?c?M?5?5? ...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7E534AA9-BF44-50A1-6B0D-286C6CD3CB0B}"/>
              </a:ext>
            </a:extLst>
          </p:cNvPr>
          <p:cNvSpPr/>
          <p:nvPr/>
        </p:nvSpPr>
        <p:spPr>
          <a:xfrm>
            <a:off x="7917741" y="1176034"/>
            <a:ext cx="1619795" cy="180000"/>
          </a:xfrm>
          <a:prstGeom prst="roundRect">
            <a:avLst/>
          </a:prstGeom>
          <a:solidFill>
            <a:srgbClr val="2D78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metadata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BFDFBDA-3A34-ACA5-6D66-A42B17F5F6FE}"/>
              </a:ext>
            </a:extLst>
          </p:cNvPr>
          <p:cNvSpPr txBox="1"/>
          <p:nvPr/>
        </p:nvSpPr>
        <p:spPr>
          <a:xfrm>
            <a:off x="7588722" y="1081368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#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73065298-CA39-F759-1A5A-1885384D26F6}"/>
              </a:ext>
            </a:extLst>
          </p:cNvPr>
          <p:cNvSpPr/>
          <p:nvPr/>
        </p:nvSpPr>
        <p:spPr>
          <a:xfrm>
            <a:off x="7917741" y="1423599"/>
            <a:ext cx="1619795" cy="180000"/>
          </a:xfrm>
          <a:prstGeom prst="roundRect">
            <a:avLst/>
          </a:prstGeom>
          <a:solidFill>
            <a:srgbClr val="2D78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metadata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F0B8327-BD9C-E660-68D1-D7272144B09A}"/>
              </a:ext>
            </a:extLst>
          </p:cNvPr>
          <p:cNvSpPr txBox="1"/>
          <p:nvPr/>
        </p:nvSpPr>
        <p:spPr>
          <a:xfrm>
            <a:off x="7588722" y="1328933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#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1BDC527A-4EDB-8F8C-FD8C-8919DCC40040}"/>
              </a:ext>
            </a:extLst>
          </p:cNvPr>
          <p:cNvSpPr/>
          <p:nvPr/>
        </p:nvSpPr>
        <p:spPr>
          <a:xfrm>
            <a:off x="7917741" y="1688683"/>
            <a:ext cx="1619795" cy="180000"/>
          </a:xfrm>
          <a:prstGeom prst="roundRect">
            <a:avLst/>
          </a:prstGeom>
          <a:solidFill>
            <a:srgbClr val="2D78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metadata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0600DFC-E270-395D-7863-B5520E42D03E}"/>
              </a:ext>
            </a:extLst>
          </p:cNvPr>
          <p:cNvSpPr txBox="1"/>
          <p:nvPr/>
        </p:nvSpPr>
        <p:spPr>
          <a:xfrm>
            <a:off x="7588722" y="1594017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#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1D12F64-C0F3-877D-B6F3-E06151EE2554}"/>
              </a:ext>
            </a:extLst>
          </p:cNvPr>
          <p:cNvSpPr/>
          <p:nvPr/>
        </p:nvSpPr>
        <p:spPr>
          <a:xfrm>
            <a:off x="10190626" y="1134901"/>
            <a:ext cx="2403560" cy="122836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FFFB8D63-18BF-98A7-FB57-8CC79AFD8A01}"/>
              </a:ext>
            </a:extLst>
          </p:cNvPr>
          <p:cNvSpPr/>
          <p:nvPr/>
        </p:nvSpPr>
        <p:spPr>
          <a:xfrm>
            <a:off x="10452968" y="1176034"/>
            <a:ext cx="1619795" cy="180000"/>
          </a:xfrm>
          <a:prstGeom prst="roundRect">
            <a:avLst/>
          </a:prstGeom>
          <a:solidFill>
            <a:srgbClr val="2D78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metadata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4F9280E-7EA8-8E26-A8EA-F78B5CDABB0F}"/>
              </a:ext>
            </a:extLst>
          </p:cNvPr>
          <p:cNvSpPr txBox="1"/>
          <p:nvPr/>
        </p:nvSpPr>
        <p:spPr>
          <a:xfrm>
            <a:off x="10123949" y="1081368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#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CED45F0B-6BD1-18E0-7705-017C2AAD7BCB}"/>
              </a:ext>
            </a:extLst>
          </p:cNvPr>
          <p:cNvSpPr/>
          <p:nvPr/>
        </p:nvSpPr>
        <p:spPr>
          <a:xfrm>
            <a:off x="10452968" y="1423599"/>
            <a:ext cx="1619795" cy="180000"/>
          </a:xfrm>
          <a:prstGeom prst="roundRect">
            <a:avLst/>
          </a:prstGeom>
          <a:solidFill>
            <a:srgbClr val="2D78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metadata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D6B24EB-0CE8-BCC1-C027-076169FA1571}"/>
              </a:ext>
            </a:extLst>
          </p:cNvPr>
          <p:cNvSpPr txBox="1"/>
          <p:nvPr/>
        </p:nvSpPr>
        <p:spPr>
          <a:xfrm>
            <a:off x="10123949" y="1328933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#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774559A1-F0AB-0B43-E4C2-A9C769EFBB8C}"/>
              </a:ext>
            </a:extLst>
          </p:cNvPr>
          <p:cNvSpPr/>
          <p:nvPr/>
        </p:nvSpPr>
        <p:spPr>
          <a:xfrm>
            <a:off x="10452968" y="1688683"/>
            <a:ext cx="1619795" cy="180000"/>
          </a:xfrm>
          <a:prstGeom prst="roundRect">
            <a:avLst/>
          </a:prstGeom>
          <a:solidFill>
            <a:srgbClr val="2D78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metadata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9F4AEF6-FDFA-9411-C099-90419DA058B7}"/>
              </a:ext>
            </a:extLst>
          </p:cNvPr>
          <p:cNvSpPr txBox="1"/>
          <p:nvPr/>
        </p:nvSpPr>
        <p:spPr>
          <a:xfrm>
            <a:off x="10123949" y="1594017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#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F248D88-D109-19A9-29B9-87F447CECE4E}"/>
              </a:ext>
            </a:extLst>
          </p:cNvPr>
          <p:cNvSpPr txBox="1"/>
          <p:nvPr/>
        </p:nvSpPr>
        <p:spPr>
          <a:xfrm>
            <a:off x="74573" y="2806334"/>
            <a:ext cx="23317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FASTQ record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C17DEFA-4DD2-E7FD-99F7-50407D342AE5}"/>
              </a:ext>
            </a:extLst>
          </p:cNvPr>
          <p:cNvSpPr txBox="1"/>
          <p:nvPr/>
        </p:nvSpPr>
        <p:spPr>
          <a:xfrm>
            <a:off x="2566025" y="3176206"/>
            <a:ext cx="2331717" cy="5055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560"/>
              </a:lnSpc>
            </a:pPr>
            <a:r>
              <a:rPr lang="en-US" dirty="0"/>
              <a:t>FASTR mode 0 (</a:t>
            </a:r>
            <a:r>
              <a:rPr lang="en-US" i="1" dirty="0">
                <a:solidFill>
                  <a:srgbClr val="FF0000"/>
                </a:solidFill>
              </a:rPr>
              <a:t>fast</a:t>
            </a:r>
            <a:r>
              <a:rPr lang="en-US" dirty="0"/>
              <a:t>)</a:t>
            </a:r>
          </a:p>
          <a:p>
            <a:pPr algn="ctr">
              <a:lnSpc>
                <a:spcPts val="1560"/>
              </a:lnSpc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header is transformed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F96E736-5DB0-3FE1-AE60-337BF91C36F6}"/>
              </a:ext>
            </a:extLst>
          </p:cNvPr>
          <p:cNvSpPr txBox="1"/>
          <p:nvPr/>
        </p:nvSpPr>
        <p:spPr>
          <a:xfrm>
            <a:off x="4862995" y="3168689"/>
            <a:ext cx="2850311" cy="512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560"/>
              </a:lnSpc>
            </a:pPr>
            <a:r>
              <a:rPr lang="en-US" dirty="0"/>
              <a:t>FASTR mode 1 (</a:t>
            </a:r>
            <a:r>
              <a:rPr lang="en-US" i="1" dirty="0">
                <a:solidFill>
                  <a:srgbClr val="FF0000"/>
                </a:solidFill>
              </a:rPr>
              <a:t>body</a:t>
            </a:r>
            <a:r>
              <a:rPr lang="en-US" dirty="0"/>
              <a:t>)</a:t>
            </a:r>
          </a:p>
          <a:p>
            <a:pPr algn="ctr">
              <a:lnSpc>
                <a:spcPts val="1560"/>
              </a:lnSpc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seq &amp; quality are transformed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6267D67-9228-429F-2F81-6F3D79A63FD9}"/>
              </a:ext>
            </a:extLst>
          </p:cNvPr>
          <p:cNvSpPr txBox="1"/>
          <p:nvPr/>
        </p:nvSpPr>
        <p:spPr>
          <a:xfrm>
            <a:off x="7655399" y="3182997"/>
            <a:ext cx="24035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560"/>
              </a:lnSpc>
            </a:pPr>
            <a:r>
              <a:rPr lang="en-US" dirty="0"/>
              <a:t>FASTR mode 2 (</a:t>
            </a:r>
            <a:r>
              <a:rPr lang="en-US" i="1" dirty="0">
                <a:solidFill>
                  <a:srgbClr val="FF0000"/>
                </a:solidFill>
              </a:rPr>
              <a:t>all</a:t>
            </a:r>
            <a:r>
              <a:rPr lang="en-US" dirty="0"/>
              <a:t>)</a:t>
            </a:r>
          </a:p>
          <a:p>
            <a:pPr algn="ctr">
              <a:lnSpc>
                <a:spcPts val="1560"/>
              </a:lnSpc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header &amp; seq &amp; quality </a:t>
            </a:r>
          </a:p>
          <a:p>
            <a:pPr algn="ctr">
              <a:lnSpc>
                <a:spcPts val="1560"/>
              </a:lnSpc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are transformed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8AF3AF5-5FE5-AE63-F546-6A0329DFA26E}"/>
              </a:ext>
            </a:extLst>
          </p:cNvPr>
          <p:cNvSpPr txBox="1"/>
          <p:nvPr/>
        </p:nvSpPr>
        <p:spPr>
          <a:xfrm>
            <a:off x="9990601" y="3175666"/>
            <a:ext cx="2660737" cy="710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560"/>
              </a:lnSpc>
            </a:pPr>
            <a:r>
              <a:rPr lang="en-US" dirty="0"/>
              <a:t>FASTR mode 3 (</a:t>
            </a:r>
            <a:r>
              <a:rPr lang="en-US" i="1" dirty="0">
                <a:solidFill>
                  <a:srgbClr val="FF0000"/>
                </a:solidFill>
              </a:rPr>
              <a:t>extreme</a:t>
            </a:r>
            <a:r>
              <a:rPr lang="en-US" dirty="0"/>
              <a:t>)</a:t>
            </a:r>
          </a:p>
          <a:p>
            <a:pPr algn="ctr">
              <a:lnSpc>
                <a:spcPts val="1560"/>
              </a:lnSpc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header is excluded </a:t>
            </a:r>
          </a:p>
          <a:p>
            <a:pPr algn="ctr">
              <a:lnSpc>
                <a:spcPts val="1560"/>
              </a:lnSpc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seq &amp; quality are transformed</a:t>
            </a:r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4444895B-EB9C-1622-5337-2045860A2913}"/>
              </a:ext>
            </a:extLst>
          </p:cNvPr>
          <p:cNvSpPr/>
          <p:nvPr/>
        </p:nvSpPr>
        <p:spPr>
          <a:xfrm>
            <a:off x="5382514" y="2085197"/>
            <a:ext cx="1619795" cy="180000"/>
          </a:xfrm>
          <a:prstGeom prst="roundRect">
            <a:avLst/>
          </a:prstGeom>
          <a:solidFill>
            <a:srgbClr val="E6513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header</a:t>
            </a:r>
          </a:p>
        </p:txBody>
      </p: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38C55AA1-99A7-B3BE-03A2-96000C665673}"/>
              </a:ext>
            </a:extLst>
          </p:cNvPr>
          <p:cNvSpPr/>
          <p:nvPr/>
        </p:nvSpPr>
        <p:spPr>
          <a:xfrm>
            <a:off x="10267229" y="2025201"/>
            <a:ext cx="2250351" cy="180000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????5?c?M?5?5? ...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D790E51-89F3-24F3-49A0-DC4CABD0DA98}"/>
              </a:ext>
            </a:extLst>
          </p:cNvPr>
          <p:cNvSpPr/>
          <p:nvPr/>
        </p:nvSpPr>
        <p:spPr>
          <a:xfrm>
            <a:off x="10196421" y="2448347"/>
            <a:ext cx="2403560" cy="71077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3994F75-A310-A998-A7CC-FFA042A533B1}"/>
              </a:ext>
            </a:extLst>
          </p:cNvPr>
          <p:cNvSpPr txBox="1"/>
          <p:nvPr/>
        </p:nvSpPr>
        <p:spPr>
          <a:xfrm>
            <a:off x="10152524" y="2432506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@</a:t>
            </a:r>
          </a:p>
        </p:txBody>
      </p:sp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D44B50D0-2429-EED9-BFA7-8CF3A05849EB}"/>
              </a:ext>
            </a:extLst>
          </p:cNvPr>
          <p:cNvSpPr/>
          <p:nvPr/>
        </p:nvSpPr>
        <p:spPr>
          <a:xfrm>
            <a:off x="10452968" y="2523772"/>
            <a:ext cx="1619795" cy="180000"/>
          </a:xfrm>
          <a:prstGeom prst="roundRect">
            <a:avLst/>
          </a:prstGeom>
          <a:solidFill>
            <a:srgbClr val="E6513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header</a:t>
            </a:r>
          </a:p>
        </p:txBody>
      </p:sp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80119782-1561-E254-6254-4279818D68AC}"/>
              </a:ext>
            </a:extLst>
          </p:cNvPr>
          <p:cNvSpPr/>
          <p:nvPr/>
        </p:nvSpPr>
        <p:spPr>
          <a:xfrm>
            <a:off x="10267229" y="2025201"/>
            <a:ext cx="185739" cy="180000"/>
          </a:xfrm>
          <a:prstGeom prst="roundRect">
            <a:avLst>
              <a:gd name="adj" fmla="val 5576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|</a:t>
            </a:r>
          </a:p>
        </p:txBody>
      </p:sp>
      <p:sp>
        <p:nvSpPr>
          <p:cNvPr id="57" name="Right Brace 56">
            <a:extLst>
              <a:ext uri="{FF2B5EF4-FFF2-40B4-BE49-F238E27FC236}">
                <a16:creationId xmlns:a16="http://schemas.microsoft.com/office/drawing/2014/main" id="{0672853D-B75B-E548-2B7B-C5D3B9FFDBE9}"/>
              </a:ext>
            </a:extLst>
          </p:cNvPr>
          <p:cNvSpPr/>
          <p:nvPr/>
        </p:nvSpPr>
        <p:spPr>
          <a:xfrm>
            <a:off x="7024705" y="1160340"/>
            <a:ext cx="141721" cy="730585"/>
          </a:xfrm>
          <a:prstGeom prst="rightBrace">
            <a:avLst>
              <a:gd name="adj1" fmla="val 79607"/>
              <a:gd name="adj2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765D608-61D8-1642-8010-9FB6F2965BC0}"/>
              </a:ext>
            </a:extLst>
          </p:cNvPr>
          <p:cNvSpPr txBox="1"/>
          <p:nvPr/>
        </p:nvSpPr>
        <p:spPr>
          <a:xfrm rot="16200000">
            <a:off x="6700002" y="1495359"/>
            <a:ext cx="11302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>
                <a:cs typeface="Courier New" panose="02070309020205020404" pitchFamily="49" charset="0"/>
              </a:rPr>
              <a:t>file header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528163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roup 55">
            <a:extLst>
              <a:ext uri="{FF2B5EF4-FFF2-40B4-BE49-F238E27FC236}">
                <a16:creationId xmlns:a16="http://schemas.microsoft.com/office/drawing/2014/main" id="{8483DEA2-E53A-16A1-A59A-9439887E0451}"/>
              </a:ext>
            </a:extLst>
          </p:cNvPr>
          <p:cNvGrpSpPr/>
          <p:nvPr/>
        </p:nvGrpSpPr>
        <p:grpSpPr>
          <a:xfrm>
            <a:off x="3204029" y="2027030"/>
            <a:ext cx="7575836" cy="695867"/>
            <a:chOff x="3204029" y="2027030"/>
            <a:chExt cx="7575836" cy="695867"/>
          </a:xfrm>
        </p:grpSpPr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A36CF4C4-A9B4-5A9E-1CFC-50005C192FCB}"/>
                </a:ext>
              </a:extLst>
            </p:cNvPr>
            <p:cNvSpPr/>
            <p:nvPr/>
          </p:nvSpPr>
          <p:spPr>
            <a:xfrm>
              <a:off x="3204029" y="2070227"/>
              <a:ext cx="7575836" cy="652670"/>
            </a:xfrm>
            <a:prstGeom prst="roundRect">
              <a:avLst>
                <a:gd name="adj" fmla="val 7686"/>
              </a:avLst>
            </a:prstGeom>
            <a:solidFill>
              <a:srgbClr val="7030A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34BF5E5-F610-57F5-EA70-05E20BE67F7E}"/>
                </a:ext>
              </a:extLst>
            </p:cNvPr>
            <p:cNvSpPr/>
            <p:nvPr/>
          </p:nvSpPr>
          <p:spPr>
            <a:xfrm>
              <a:off x="3251200" y="2374900"/>
              <a:ext cx="533400" cy="30480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38DD40D-E0E3-2915-0854-6FA604AF4753}"/>
                </a:ext>
              </a:extLst>
            </p:cNvPr>
            <p:cNvSpPr/>
            <p:nvPr/>
          </p:nvSpPr>
          <p:spPr>
            <a:xfrm>
              <a:off x="3784600" y="2374900"/>
              <a:ext cx="1620000" cy="304800"/>
            </a:xfrm>
            <a:prstGeom prst="rect">
              <a:avLst/>
            </a:prstGeom>
            <a:solidFill>
              <a:srgbClr val="00B0F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0CD3BC1-C7FE-7C83-09A4-115F9E117663}"/>
                </a:ext>
              </a:extLst>
            </p:cNvPr>
            <p:cNvSpPr/>
            <p:nvPr/>
          </p:nvSpPr>
          <p:spPr>
            <a:xfrm>
              <a:off x="5404600" y="2374900"/>
              <a:ext cx="1620000" cy="304800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E293296-CD7F-344B-AE08-40A50C4A00E0}"/>
                </a:ext>
              </a:extLst>
            </p:cNvPr>
            <p:cNvSpPr/>
            <p:nvPr/>
          </p:nvSpPr>
          <p:spPr>
            <a:xfrm>
              <a:off x="7024600" y="2374900"/>
              <a:ext cx="1620000" cy="304800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58DFAB5-D3B8-61F6-6CA4-B6FC9614A2CA}"/>
                </a:ext>
              </a:extLst>
            </p:cNvPr>
            <p:cNvSpPr/>
            <p:nvPr/>
          </p:nvSpPr>
          <p:spPr>
            <a:xfrm>
              <a:off x="8634661" y="2374900"/>
              <a:ext cx="1620000" cy="304800"/>
            </a:xfrm>
            <a:prstGeom prst="rect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527CF53-CFE8-B93B-DF93-EA1C657D6E06}"/>
                </a:ext>
              </a:extLst>
            </p:cNvPr>
            <p:cNvSpPr txBox="1"/>
            <p:nvPr/>
          </p:nvSpPr>
          <p:spPr>
            <a:xfrm>
              <a:off x="3358874" y="2027030"/>
              <a:ext cx="318052" cy="3677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N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A5EC802-5F32-D2E5-E90C-3FD72224D25A}"/>
                </a:ext>
              </a:extLst>
            </p:cNvPr>
            <p:cNvSpPr txBox="1"/>
            <p:nvPr/>
          </p:nvSpPr>
          <p:spPr>
            <a:xfrm>
              <a:off x="4374558" y="2027030"/>
              <a:ext cx="318052" cy="3677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A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C06B303-3C08-DCE3-88B0-D38560EFBDAB}"/>
                </a:ext>
              </a:extLst>
            </p:cNvPr>
            <p:cNvSpPr txBox="1"/>
            <p:nvPr/>
          </p:nvSpPr>
          <p:spPr>
            <a:xfrm>
              <a:off x="5994558" y="2027030"/>
              <a:ext cx="318052" cy="3677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C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D3A123E-60F5-BABB-E486-87EB3E1EC49A}"/>
                </a:ext>
              </a:extLst>
            </p:cNvPr>
            <p:cNvSpPr txBox="1"/>
            <p:nvPr/>
          </p:nvSpPr>
          <p:spPr>
            <a:xfrm>
              <a:off x="7614558" y="2027030"/>
              <a:ext cx="318052" cy="3677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G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62B06EB-2095-42E0-792D-C59770A0C91F}"/>
                </a:ext>
              </a:extLst>
            </p:cNvPr>
            <p:cNvSpPr txBox="1"/>
            <p:nvPr/>
          </p:nvSpPr>
          <p:spPr>
            <a:xfrm>
              <a:off x="8992983" y="2027030"/>
              <a:ext cx="9132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1"/>
                  </a:solidFill>
                </a:rPr>
                <a:t>T or U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5A458B2-F7E0-F91E-AF34-F089DA693FCD}"/>
                </a:ext>
              </a:extLst>
            </p:cNvPr>
            <p:cNvSpPr/>
            <p:nvPr/>
          </p:nvSpPr>
          <p:spPr>
            <a:xfrm>
              <a:off x="10264598" y="2374900"/>
              <a:ext cx="395275" cy="30480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111FB89-975F-10EE-B9B8-04D2F08D763B}"/>
                </a:ext>
              </a:extLst>
            </p:cNvPr>
            <p:cNvSpPr txBox="1"/>
            <p:nvPr/>
          </p:nvSpPr>
          <p:spPr>
            <a:xfrm>
              <a:off x="3204029" y="2343426"/>
              <a:ext cx="590510" cy="3677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0 - 2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D71760E-13E3-8DCF-E62E-CAC5E9944F44}"/>
                </a:ext>
              </a:extLst>
            </p:cNvPr>
            <p:cNvSpPr txBox="1"/>
            <p:nvPr/>
          </p:nvSpPr>
          <p:spPr>
            <a:xfrm>
              <a:off x="3753717" y="2343426"/>
              <a:ext cx="17561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           -          65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FB124E2-C4D4-0F44-7E51-8C4184B4D82C}"/>
                </a:ext>
              </a:extLst>
            </p:cNvPr>
            <p:cNvSpPr txBox="1"/>
            <p:nvPr/>
          </p:nvSpPr>
          <p:spPr>
            <a:xfrm>
              <a:off x="5365713" y="2341842"/>
              <a:ext cx="17561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66         -        128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DA35469-397C-2A6E-D936-6F9275978433}"/>
                </a:ext>
              </a:extLst>
            </p:cNvPr>
            <p:cNvSpPr txBox="1"/>
            <p:nvPr/>
          </p:nvSpPr>
          <p:spPr>
            <a:xfrm>
              <a:off x="6975774" y="2341842"/>
              <a:ext cx="17561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129       -       191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824638D-B3A2-1CA6-FA61-97C557D153E3}"/>
                </a:ext>
              </a:extLst>
            </p:cNvPr>
            <p:cNvSpPr txBox="1"/>
            <p:nvPr/>
          </p:nvSpPr>
          <p:spPr>
            <a:xfrm>
              <a:off x="8587770" y="2341842"/>
              <a:ext cx="17561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192       -        254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C3BECCD-9552-E62E-2021-2AE764F952A2}"/>
                </a:ext>
              </a:extLst>
            </p:cNvPr>
            <p:cNvSpPr txBox="1"/>
            <p:nvPr/>
          </p:nvSpPr>
          <p:spPr>
            <a:xfrm>
              <a:off x="10197831" y="2341842"/>
              <a:ext cx="5820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255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16CEF31-DD21-D1FD-F519-62ED82001AA5}"/>
              </a:ext>
            </a:extLst>
          </p:cNvPr>
          <p:cNvGrpSpPr/>
          <p:nvPr/>
        </p:nvGrpSpPr>
        <p:grpSpPr>
          <a:xfrm>
            <a:off x="3268187" y="5083167"/>
            <a:ext cx="5182794" cy="476595"/>
            <a:chOff x="3152267" y="2027030"/>
            <a:chExt cx="7627598" cy="701413"/>
          </a:xfrm>
        </p:grpSpPr>
        <p:sp>
          <p:nvSpPr>
            <p:cNvPr id="58" name="Rounded Rectangle 57">
              <a:extLst>
                <a:ext uri="{FF2B5EF4-FFF2-40B4-BE49-F238E27FC236}">
                  <a16:creationId xmlns:a16="http://schemas.microsoft.com/office/drawing/2014/main" id="{7087F879-5F98-6161-6C28-F1F4DE7ED3E0}"/>
                </a:ext>
              </a:extLst>
            </p:cNvPr>
            <p:cNvSpPr/>
            <p:nvPr/>
          </p:nvSpPr>
          <p:spPr>
            <a:xfrm>
              <a:off x="3204029" y="2070227"/>
              <a:ext cx="7575836" cy="652670"/>
            </a:xfrm>
            <a:prstGeom prst="roundRect">
              <a:avLst>
                <a:gd name="adj" fmla="val 7686"/>
              </a:avLst>
            </a:prstGeom>
            <a:solidFill>
              <a:srgbClr val="7030A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17C4C6E7-7D56-2451-E2D2-5D97B008CCC6}"/>
                </a:ext>
              </a:extLst>
            </p:cNvPr>
            <p:cNvSpPr/>
            <p:nvPr/>
          </p:nvSpPr>
          <p:spPr>
            <a:xfrm>
              <a:off x="3251200" y="2374900"/>
              <a:ext cx="533400" cy="30480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2C3D6C10-6658-D19A-DE2C-0721D42EB11C}"/>
                </a:ext>
              </a:extLst>
            </p:cNvPr>
            <p:cNvSpPr/>
            <p:nvPr/>
          </p:nvSpPr>
          <p:spPr>
            <a:xfrm>
              <a:off x="3784600" y="2374900"/>
              <a:ext cx="1620000" cy="304800"/>
            </a:xfrm>
            <a:prstGeom prst="rect">
              <a:avLst/>
            </a:prstGeom>
            <a:solidFill>
              <a:srgbClr val="00B0F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2B0CE268-2D79-2F4C-6ACF-6F7D70453858}"/>
                </a:ext>
              </a:extLst>
            </p:cNvPr>
            <p:cNvSpPr/>
            <p:nvPr/>
          </p:nvSpPr>
          <p:spPr>
            <a:xfrm>
              <a:off x="5404600" y="2374900"/>
              <a:ext cx="1620000" cy="304800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69039351-60EA-564D-9DCD-AFAC14A74897}"/>
                </a:ext>
              </a:extLst>
            </p:cNvPr>
            <p:cNvSpPr/>
            <p:nvPr/>
          </p:nvSpPr>
          <p:spPr>
            <a:xfrm>
              <a:off x="7024600" y="2374900"/>
              <a:ext cx="1620000" cy="304800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AB928D4A-0C1A-5650-037F-0206E8C2BDB0}"/>
                </a:ext>
              </a:extLst>
            </p:cNvPr>
            <p:cNvSpPr/>
            <p:nvPr/>
          </p:nvSpPr>
          <p:spPr>
            <a:xfrm>
              <a:off x="8634661" y="2374900"/>
              <a:ext cx="1620000" cy="304800"/>
            </a:xfrm>
            <a:prstGeom prst="rect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154AE646-54E6-2222-8887-D9357F862622}"/>
                </a:ext>
              </a:extLst>
            </p:cNvPr>
            <p:cNvSpPr txBox="1"/>
            <p:nvPr/>
          </p:nvSpPr>
          <p:spPr>
            <a:xfrm>
              <a:off x="3358874" y="2027030"/>
              <a:ext cx="318052" cy="385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b="1" dirty="0">
                  <a:solidFill>
                    <a:schemeClr val="bg1"/>
                  </a:solidFill>
                </a:rPr>
                <a:t>N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625122D9-82E4-DEED-E579-C5E8669996EE}"/>
                </a:ext>
              </a:extLst>
            </p:cNvPr>
            <p:cNvSpPr txBox="1"/>
            <p:nvPr/>
          </p:nvSpPr>
          <p:spPr>
            <a:xfrm>
              <a:off x="4374558" y="2027030"/>
              <a:ext cx="318052" cy="385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b="1" dirty="0">
                  <a:solidFill>
                    <a:schemeClr val="bg1"/>
                  </a:solidFill>
                </a:rPr>
                <a:t>A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5F2867A3-9536-7A8E-D7FF-57495120677B}"/>
                </a:ext>
              </a:extLst>
            </p:cNvPr>
            <p:cNvSpPr txBox="1"/>
            <p:nvPr/>
          </p:nvSpPr>
          <p:spPr>
            <a:xfrm>
              <a:off x="5994558" y="2027030"/>
              <a:ext cx="318052" cy="385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b="1" dirty="0">
                  <a:solidFill>
                    <a:schemeClr val="bg1"/>
                  </a:solidFill>
                </a:rPr>
                <a:t>C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B9D5BDD-BE8C-43E9-1425-BD5F63EBB595}"/>
                </a:ext>
              </a:extLst>
            </p:cNvPr>
            <p:cNvSpPr txBox="1"/>
            <p:nvPr/>
          </p:nvSpPr>
          <p:spPr>
            <a:xfrm>
              <a:off x="7614558" y="2027030"/>
              <a:ext cx="318052" cy="385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b="1" dirty="0">
                  <a:solidFill>
                    <a:schemeClr val="bg1"/>
                  </a:solidFill>
                </a:rPr>
                <a:t>G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FF856A04-4BAC-1D71-B258-3EC14E969C6E}"/>
                </a:ext>
              </a:extLst>
            </p:cNvPr>
            <p:cNvSpPr txBox="1"/>
            <p:nvPr/>
          </p:nvSpPr>
          <p:spPr>
            <a:xfrm>
              <a:off x="8992983" y="2027030"/>
              <a:ext cx="913294" cy="385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b="1" dirty="0">
                  <a:solidFill>
                    <a:schemeClr val="bg1"/>
                  </a:solidFill>
                </a:rPr>
                <a:t>T or U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93DB76CA-2FC7-075A-23F5-9BAB6BE58858}"/>
                </a:ext>
              </a:extLst>
            </p:cNvPr>
            <p:cNvSpPr/>
            <p:nvPr/>
          </p:nvSpPr>
          <p:spPr>
            <a:xfrm>
              <a:off x="10264598" y="2374900"/>
              <a:ext cx="395275" cy="30480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3C6F5EA-EB8C-05AE-FC41-08E78F3232BB}"/>
                </a:ext>
              </a:extLst>
            </p:cNvPr>
            <p:cNvSpPr txBox="1"/>
            <p:nvPr/>
          </p:nvSpPr>
          <p:spPr>
            <a:xfrm>
              <a:off x="3152267" y="2343426"/>
              <a:ext cx="732905" cy="385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0 … 2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4A75593F-B601-0DCE-E013-44AE0F31D49F}"/>
                </a:ext>
              </a:extLst>
            </p:cNvPr>
            <p:cNvSpPr txBox="1"/>
            <p:nvPr/>
          </p:nvSpPr>
          <p:spPr>
            <a:xfrm>
              <a:off x="3753716" y="2343427"/>
              <a:ext cx="1756131" cy="385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3           …           65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58C5FA61-3804-225C-05B4-1D7311358139}"/>
                </a:ext>
              </a:extLst>
            </p:cNvPr>
            <p:cNvSpPr txBox="1"/>
            <p:nvPr/>
          </p:nvSpPr>
          <p:spPr>
            <a:xfrm>
              <a:off x="5365713" y="2341842"/>
              <a:ext cx="1756131" cy="385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66         …        128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E916D090-BECF-C823-00E4-BE081EF6F7C7}"/>
                </a:ext>
              </a:extLst>
            </p:cNvPr>
            <p:cNvSpPr txBox="1"/>
            <p:nvPr/>
          </p:nvSpPr>
          <p:spPr>
            <a:xfrm>
              <a:off x="6975774" y="2341842"/>
              <a:ext cx="1756131" cy="385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129       …        191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58D5CE39-72C8-AAAE-EEB4-C62DB3A89724}"/>
                </a:ext>
              </a:extLst>
            </p:cNvPr>
            <p:cNvSpPr txBox="1"/>
            <p:nvPr/>
          </p:nvSpPr>
          <p:spPr>
            <a:xfrm>
              <a:off x="8587770" y="2341842"/>
              <a:ext cx="1756131" cy="385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192       …        254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9C423C89-8BA7-2308-8126-0BAE02033B5D}"/>
                </a:ext>
              </a:extLst>
            </p:cNvPr>
            <p:cNvSpPr txBox="1"/>
            <p:nvPr/>
          </p:nvSpPr>
          <p:spPr>
            <a:xfrm>
              <a:off x="10167355" y="2341842"/>
              <a:ext cx="612510" cy="3850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</a:rPr>
                <a:t>255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935551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82E8C11-9D77-8478-FDEF-50FACAE3A426}"/>
              </a:ext>
            </a:extLst>
          </p:cNvPr>
          <p:cNvSpPr/>
          <p:nvPr/>
        </p:nvSpPr>
        <p:spPr>
          <a:xfrm>
            <a:off x="541775" y="2090823"/>
            <a:ext cx="2403560" cy="121281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746608C-4301-4AD6-485F-3897286687B1}"/>
              </a:ext>
            </a:extLst>
          </p:cNvPr>
          <p:cNvSpPr/>
          <p:nvPr/>
        </p:nvSpPr>
        <p:spPr>
          <a:xfrm>
            <a:off x="804117" y="2216513"/>
            <a:ext cx="1619795" cy="180000"/>
          </a:xfrm>
          <a:prstGeom prst="roundRect">
            <a:avLst/>
          </a:prstGeom>
          <a:solidFill>
            <a:srgbClr val="E6513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header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6C6373-E51E-C883-54ED-2CB0DCB6A53B}"/>
              </a:ext>
            </a:extLst>
          </p:cNvPr>
          <p:cNvSpPr txBox="1"/>
          <p:nvPr/>
        </p:nvSpPr>
        <p:spPr>
          <a:xfrm>
            <a:off x="503673" y="2121847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@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C1AB09A-F745-BC3C-26A8-0280FF322AA7}"/>
              </a:ext>
            </a:extLst>
          </p:cNvPr>
          <p:cNvSpPr/>
          <p:nvPr/>
        </p:nvSpPr>
        <p:spPr>
          <a:xfrm>
            <a:off x="623142" y="2529279"/>
            <a:ext cx="2250351" cy="180000"/>
          </a:xfrm>
          <a:prstGeom prst="roundRect">
            <a:avLst/>
          </a:prstGeom>
          <a:solidFill>
            <a:srgbClr val="2B99A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ACGTACGTACGTAC ...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765D418-428B-9EEC-E77A-48D9CEB04F52}"/>
              </a:ext>
            </a:extLst>
          </p:cNvPr>
          <p:cNvSpPr/>
          <p:nvPr/>
        </p:nvSpPr>
        <p:spPr>
          <a:xfrm>
            <a:off x="623141" y="2969935"/>
            <a:ext cx="2250351" cy="180000"/>
          </a:xfrm>
          <a:prstGeom prst="roundRect">
            <a:avLst/>
          </a:prstGeom>
          <a:solidFill>
            <a:srgbClr val="FDDC2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'&lt;(&lt;&lt;C%&gt;3C&gt;&gt;%% ...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887F23-6818-44D5-D79D-5BC3531C90F5}"/>
              </a:ext>
            </a:extLst>
          </p:cNvPr>
          <p:cNvSpPr txBox="1"/>
          <p:nvPr/>
        </p:nvSpPr>
        <p:spPr>
          <a:xfrm>
            <a:off x="503673" y="2654941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514ADB2-EAB5-AFE0-CDA8-4F1CA4788FB8}"/>
              </a:ext>
            </a:extLst>
          </p:cNvPr>
          <p:cNvSpPr/>
          <p:nvPr/>
        </p:nvSpPr>
        <p:spPr>
          <a:xfrm>
            <a:off x="3692440" y="333364"/>
            <a:ext cx="2403560" cy="203567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B666563-C274-5774-DDFE-2290D85AFB0C}"/>
              </a:ext>
            </a:extLst>
          </p:cNvPr>
          <p:cNvSpPr/>
          <p:nvPr/>
        </p:nvSpPr>
        <p:spPr>
          <a:xfrm>
            <a:off x="3954782" y="1287060"/>
            <a:ext cx="1044000" cy="180000"/>
          </a:xfrm>
          <a:prstGeom prst="roundRect">
            <a:avLst/>
          </a:prstGeom>
          <a:solidFill>
            <a:srgbClr val="E6513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mini header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15B00E-9908-6C37-2ECB-6A6E93354EC3}"/>
              </a:ext>
            </a:extLst>
          </p:cNvPr>
          <p:cNvSpPr txBox="1"/>
          <p:nvPr/>
        </p:nvSpPr>
        <p:spPr>
          <a:xfrm>
            <a:off x="3654338" y="1192394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@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46BFF82-CD4F-0121-7736-2C81975AEF8C}"/>
              </a:ext>
            </a:extLst>
          </p:cNvPr>
          <p:cNvSpPr/>
          <p:nvPr/>
        </p:nvSpPr>
        <p:spPr>
          <a:xfrm>
            <a:off x="3773807" y="1599826"/>
            <a:ext cx="2250351" cy="180000"/>
          </a:xfrm>
          <a:prstGeom prst="roundRect">
            <a:avLst/>
          </a:prstGeom>
          <a:solidFill>
            <a:srgbClr val="2B99A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ACGTACGTACGTAC ...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F6836E52-76FE-9AF6-3F84-EFED1A2DC7D2}"/>
              </a:ext>
            </a:extLst>
          </p:cNvPr>
          <p:cNvSpPr/>
          <p:nvPr/>
        </p:nvSpPr>
        <p:spPr>
          <a:xfrm>
            <a:off x="3773806" y="2040482"/>
            <a:ext cx="2250351" cy="180000"/>
          </a:xfrm>
          <a:prstGeom prst="roundRect">
            <a:avLst/>
          </a:prstGeom>
          <a:solidFill>
            <a:srgbClr val="FDDC2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'&lt;(&lt;&lt;C%&gt;3C&gt;&gt;%% ...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A4D6B63-2FE2-28C5-CC60-881A5D358363}"/>
              </a:ext>
            </a:extLst>
          </p:cNvPr>
          <p:cNvSpPr txBox="1"/>
          <p:nvPr/>
        </p:nvSpPr>
        <p:spPr>
          <a:xfrm>
            <a:off x="3654338" y="1725488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9FEB2731-FAEA-E7A7-10A3-679F38027814}"/>
              </a:ext>
            </a:extLst>
          </p:cNvPr>
          <p:cNvSpPr/>
          <p:nvPr/>
        </p:nvSpPr>
        <p:spPr>
          <a:xfrm>
            <a:off x="3954782" y="374497"/>
            <a:ext cx="1619795" cy="180000"/>
          </a:xfrm>
          <a:prstGeom prst="roundRect">
            <a:avLst/>
          </a:prstGeom>
          <a:solidFill>
            <a:srgbClr val="2D78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metadata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75C9082-D681-1B06-12B3-6ED983D37C85}"/>
              </a:ext>
            </a:extLst>
          </p:cNvPr>
          <p:cNvSpPr txBox="1"/>
          <p:nvPr/>
        </p:nvSpPr>
        <p:spPr>
          <a:xfrm>
            <a:off x="3625763" y="279831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#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4EDF54D-603C-989A-6B13-E8AAC0035190}"/>
              </a:ext>
            </a:extLst>
          </p:cNvPr>
          <p:cNvSpPr/>
          <p:nvPr/>
        </p:nvSpPr>
        <p:spPr>
          <a:xfrm>
            <a:off x="3954782" y="622062"/>
            <a:ext cx="1619795" cy="180000"/>
          </a:xfrm>
          <a:prstGeom prst="roundRect">
            <a:avLst/>
          </a:prstGeom>
          <a:solidFill>
            <a:srgbClr val="2D78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metadata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03C733-C969-5BA8-B6DC-E119BEB5917F}"/>
              </a:ext>
            </a:extLst>
          </p:cNvPr>
          <p:cNvSpPr txBox="1"/>
          <p:nvPr/>
        </p:nvSpPr>
        <p:spPr>
          <a:xfrm>
            <a:off x="3625763" y="527396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#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A2ECA00-7D3D-3DC7-CBEE-B7E9D5808EA5}"/>
              </a:ext>
            </a:extLst>
          </p:cNvPr>
          <p:cNvSpPr/>
          <p:nvPr/>
        </p:nvSpPr>
        <p:spPr>
          <a:xfrm>
            <a:off x="3954782" y="887146"/>
            <a:ext cx="1619795" cy="180000"/>
          </a:xfrm>
          <a:prstGeom prst="roundRect">
            <a:avLst/>
          </a:prstGeom>
          <a:solidFill>
            <a:srgbClr val="2D78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metadata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738B580-9A31-942C-DF05-D7A5EC821F8F}"/>
              </a:ext>
            </a:extLst>
          </p:cNvPr>
          <p:cNvSpPr txBox="1"/>
          <p:nvPr/>
        </p:nvSpPr>
        <p:spPr>
          <a:xfrm>
            <a:off x="3625763" y="792480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#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CC3ADB8-42F7-842E-D3D6-E8A885305A82}"/>
              </a:ext>
            </a:extLst>
          </p:cNvPr>
          <p:cNvSpPr/>
          <p:nvPr/>
        </p:nvSpPr>
        <p:spPr>
          <a:xfrm>
            <a:off x="6784976" y="334032"/>
            <a:ext cx="2403560" cy="203567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737EED9-8F68-6336-F46D-AC25689FBAC7}"/>
              </a:ext>
            </a:extLst>
          </p:cNvPr>
          <p:cNvSpPr txBox="1"/>
          <p:nvPr/>
        </p:nvSpPr>
        <p:spPr>
          <a:xfrm>
            <a:off x="6746874" y="1193062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@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0B17AF01-01C5-7FA2-547D-BCBBFC30A4D5}"/>
              </a:ext>
            </a:extLst>
          </p:cNvPr>
          <p:cNvSpPr/>
          <p:nvPr/>
        </p:nvSpPr>
        <p:spPr>
          <a:xfrm>
            <a:off x="6866343" y="1600494"/>
            <a:ext cx="2250351" cy="180000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????5?c?M?5?5? ...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FD95D859-10FA-8472-169F-AF93F38D2A52}"/>
              </a:ext>
            </a:extLst>
          </p:cNvPr>
          <p:cNvSpPr/>
          <p:nvPr/>
        </p:nvSpPr>
        <p:spPr>
          <a:xfrm>
            <a:off x="7047318" y="375165"/>
            <a:ext cx="1619795" cy="180000"/>
          </a:xfrm>
          <a:prstGeom prst="roundRect">
            <a:avLst/>
          </a:prstGeom>
          <a:solidFill>
            <a:srgbClr val="2D78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metadata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E449366-9D3F-2841-9B3A-B44996FE887E}"/>
              </a:ext>
            </a:extLst>
          </p:cNvPr>
          <p:cNvSpPr txBox="1"/>
          <p:nvPr/>
        </p:nvSpPr>
        <p:spPr>
          <a:xfrm>
            <a:off x="6718299" y="280499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#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5E301C0F-B9D7-6F55-90EC-DD16483CAB25}"/>
              </a:ext>
            </a:extLst>
          </p:cNvPr>
          <p:cNvSpPr/>
          <p:nvPr/>
        </p:nvSpPr>
        <p:spPr>
          <a:xfrm>
            <a:off x="7047318" y="622730"/>
            <a:ext cx="1619795" cy="180000"/>
          </a:xfrm>
          <a:prstGeom prst="roundRect">
            <a:avLst/>
          </a:prstGeom>
          <a:solidFill>
            <a:srgbClr val="2D78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metadata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1F60358-4E06-2C01-F568-811AC97D5AC9}"/>
              </a:ext>
            </a:extLst>
          </p:cNvPr>
          <p:cNvSpPr txBox="1"/>
          <p:nvPr/>
        </p:nvSpPr>
        <p:spPr>
          <a:xfrm>
            <a:off x="6718299" y="528064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#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F2D3E899-EB97-F69C-36E0-63A99C4E6381}"/>
              </a:ext>
            </a:extLst>
          </p:cNvPr>
          <p:cNvSpPr/>
          <p:nvPr/>
        </p:nvSpPr>
        <p:spPr>
          <a:xfrm>
            <a:off x="7047318" y="887814"/>
            <a:ext cx="1619795" cy="180000"/>
          </a:xfrm>
          <a:prstGeom prst="roundRect">
            <a:avLst/>
          </a:prstGeom>
          <a:solidFill>
            <a:srgbClr val="2D78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metadata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DC8D9A-E076-32E8-F776-A56FDD4CD342}"/>
              </a:ext>
            </a:extLst>
          </p:cNvPr>
          <p:cNvSpPr txBox="1"/>
          <p:nvPr/>
        </p:nvSpPr>
        <p:spPr>
          <a:xfrm>
            <a:off x="6718299" y="793148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#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CE59EC5-58C9-9813-5C51-3B0AC588D853}"/>
              </a:ext>
            </a:extLst>
          </p:cNvPr>
          <p:cNvSpPr/>
          <p:nvPr/>
        </p:nvSpPr>
        <p:spPr>
          <a:xfrm>
            <a:off x="3692440" y="3099821"/>
            <a:ext cx="2403560" cy="203567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7C2A6319-FEE0-6C2D-54D8-6C3D73FC2B8A}"/>
              </a:ext>
            </a:extLst>
          </p:cNvPr>
          <p:cNvSpPr/>
          <p:nvPr/>
        </p:nvSpPr>
        <p:spPr>
          <a:xfrm>
            <a:off x="3954782" y="4053517"/>
            <a:ext cx="1044000" cy="180000"/>
          </a:xfrm>
          <a:prstGeom prst="roundRect">
            <a:avLst/>
          </a:prstGeom>
          <a:solidFill>
            <a:srgbClr val="E6513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mini header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8EFA674-B026-61A5-FF5C-E3433E608CA1}"/>
              </a:ext>
            </a:extLst>
          </p:cNvPr>
          <p:cNvSpPr txBox="1"/>
          <p:nvPr/>
        </p:nvSpPr>
        <p:spPr>
          <a:xfrm>
            <a:off x="3654338" y="3958851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@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48C3C913-051C-8327-8B37-D6B5F2F8E45F}"/>
              </a:ext>
            </a:extLst>
          </p:cNvPr>
          <p:cNvSpPr/>
          <p:nvPr/>
        </p:nvSpPr>
        <p:spPr>
          <a:xfrm>
            <a:off x="3773807" y="4366283"/>
            <a:ext cx="2250351" cy="180000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????5?c?M?5?5? ...</a:t>
            </a: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8226C1EE-BFC3-558F-ED92-79390B84EA96}"/>
              </a:ext>
            </a:extLst>
          </p:cNvPr>
          <p:cNvSpPr/>
          <p:nvPr/>
        </p:nvSpPr>
        <p:spPr>
          <a:xfrm>
            <a:off x="3954782" y="3140954"/>
            <a:ext cx="1619795" cy="180000"/>
          </a:xfrm>
          <a:prstGeom prst="roundRect">
            <a:avLst/>
          </a:prstGeom>
          <a:solidFill>
            <a:srgbClr val="2D78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metadata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7E98A99-91C4-A9FB-DFB5-EF4A18A470CB}"/>
              </a:ext>
            </a:extLst>
          </p:cNvPr>
          <p:cNvSpPr txBox="1"/>
          <p:nvPr/>
        </p:nvSpPr>
        <p:spPr>
          <a:xfrm>
            <a:off x="3625763" y="3046288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#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89B964EC-DCC8-5ACA-F26A-0E347287B425}"/>
              </a:ext>
            </a:extLst>
          </p:cNvPr>
          <p:cNvSpPr/>
          <p:nvPr/>
        </p:nvSpPr>
        <p:spPr>
          <a:xfrm>
            <a:off x="3954782" y="3388519"/>
            <a:ext cx="1619795" cy="180000"/>
          </a:xfrm>
          <a:prstGeom prst="roundRect">
            <a:avLst/>
          </a:prstGeom>
          <a:solidFill>
            <a:srgbClr val="2D78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metadata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189F029-99BC-8466-9C15-80CC7CD79E25}"/>
              </a:ext>
            </a:extLst>
          </p:cNvPr>
          <p:cNvSpPr txBox="1"/>
          <p:nvPr/>
        </p:nvSpPr>
        <p:spPr>
          <a:xfrm>
            <a:off x="3625763" y="3293853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#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BC4CEED3-F517-9895-C930-AE8E062370BC}"/>
              </a:ext>
            </a:extLst>
          </p:cNvPr>
          <p:cNvSpPr/>
          <p:nvPr/>
        </p:nvSpPr>
        <p:spPr>
          <a:xfrm>
            <a:off x="3954782" y="3653603"/>
            <a:ext cx="1619795" cy="180000"/>
          </a:xfrm>
          <a:prstGeom prst="roundRect">
            <a:avLst/>
          </a:prstGeom>
          <a:solidFill>
            <a:srgbClr val="2D78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metadata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3769939-B106-86D5-9454-EDA94FDAAEA1}"/>
              </a:ext>
            </a:extLst>
          </p:cNvPr>
          <p:cNvSpPr txBox="1"/>
          <p:nvPr/>
        </p:nvSpPr>
        <p:spPr>
          <a:xfrm>
            <a:off x="3625763" y="3558937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#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71EBE2E-7AB1-9C9B-04CE-4E2BB0E18BCD}"/>
              </a:ext>
            </a:extLst>
          </p:cNvPr>
          <p:cNvSpPr/>
          <p:nvPr/>
        </p:nvSpPr>
        <p:spPr>
          <a:xfrm>
            <a:off x="6788902" y="3099821"/>
            <a:ext cx="2403560" cy="122836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3E562C15-F293-F988-1414-E117D131B9E0}"/>
              </a:ext>
            </a:extLst>
          </p:cNvPr>
          <p:cNvSpPr/>
          <p:nvPr/>
        </p:nvSpPr>
        <p:spPr>
          <a:xfrm>
            <a:off x="7051244" y="3140954"/>
            <a:ext cx="1619795" cy="180000"/>
          </a:xfrm>
          <a:prstGeom prst="roundRect">
            <a:avLst/>
          </a:prstGeom>
          <a:solidFill>
            <a:srgbClr val="2D78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metadata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01C4A4C-048B-3845-1223-04B853EEF3B7}"/>
              </a:ext>
            </a:extLst>
          </p:cNvPr>
          <p:cNvSpPr txBox="1"/>
          <p:nvPr/>
        </p:nvSpPr>
        <p:spPr>
          <a:xfrm>
            <a:off x="6722225" y="3046288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#</a:t>
            </a:r>
          </a:p>
        </p:txBody>
      </p:sp>
      <p:sp>
        <p:nvSpPr>
          <p:cNvPr id="69" name="Rounded Rectangle 68">
            <a:extLst>
              <a:ext uri="{FF2B5EF4-FFF2-40B4-BE49-F238E27FC236}">
                <a16:creationId xmlns:a16="http://schemas.microsoft.com/office/drawing/2014/main" id="{BD3BEECE-44B6-0A6A-2559-1EAD73CFD29A}"/>
              </a:ext>
            </a:extLst>
          </p:cNvPr>
          <p:cNvSpPr/>
          <p:nvPr/>
        </p:nvSpPr>
        <p:spPr>
          <a:xfrm>
            <a:off x="7051244" y="3388519"/>
            <a:ext cx="1619795" cy="180000"/>
          </a:xfrm>
          <a:prstGeom prst="roundRect">
            <a:avLst/>
          </a:prstGeom>
          <a:solidFill>
            <a:srgbClr val="2D78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metadata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53FA754-9682-BA77-4068-C1C803B76B7C}"/>
              </a:ext>
            </a:extLst>
          </p:cNvPr>
          <p:cNvSpPr txBox="1"/>
          <p:nvPr/>
        </p:nvSpPr>
        <p:spPr>
          <a:xfrm>
            <a:off x="6722225" y="3293853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#</a:t>
            </a:r>
          </a:p>
        </p:txBody>
      </p:sp>
      <p:sp>
        <p:nvSpPr>
          <p:cNvPr id="71" name="Rounded Rectangle 70">
            <a:extLst>
              <a:ext uri="{FF2B5EF4-FFF2-40B4-BE49-F238E27FC236}">
                <a16:creationId xmlns:a16="http://schemas.microsoft.com/office/drawing/2014/main" id="{25609A25-9013-6809-F1D7-958474EB0DC9}"/>
              </a:ext>
            </a:extLst>
          </p:cNvPr>
          <p:cNvSpPr/>
          <p:nvPr/>
        </p:nvSpPr>
        <p:spPr>
          <a:xfrm>
            <a:off x="7051244" y="3653603"/>
            <a:ext cx="1619795" cy="180000"/>
          </a:xfrm>
          <a:prstGeom prst="roundRect">
            <a:avLst/>
          </a:prstGeom>
          <a:solidFill>
            <a:srgbClr val="2D78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metadata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30442D9-D1BC-BAB5-8058-7D83A218DC27}"/>
              </a:ext>
            </a:extLst>
          </p:cNvPr>
          <p:cNvSpPr txBox="1"/>
          <p:nvPr/>
        </p:nvSpPr>
        <p:spPr>
          <a:xfrm>
            <a:off x="6722225" y="3558937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#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40455DD-97B5-68EB-66A9-C1E1B30F5C75}"/>
              </a:ext>
            </a:extLst>
          </p:cNvPr>
          <p:cNvSpPr txBox="1"/>
          <p:nvPr/>
        </p:nvSpPr>
        <p:spPr>
          <a:xfrm>
            <a:off x="578246" y="3334259"/>
            <a:ext cx="23317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FASTQ record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BBD335A-E23D-47B3-09CA-34AFD919A36A}"/>
              </a:ext>
            </a:extLst>
          </p:cNvPr>
          <p:cNvSpPr txBox="1"/>
          <p:nvPr/>
        </p:nvSpPr>
        <p:spPr>
          <a:xfrm>
            <a:off x="3673520" y="2374669"/>
            <a:ext cx="2331717" cy="5055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560"/>
              </a:lnSpc>
            </a:pPr>
            <a:r>
              <a:rPr lang="en-US" dirty="0"/>
              <a:t>FASTR mode 0 (</a:t>
            </a:r>
            <a:r>
              <a:rPr lang="en-US" i="1" dirty="0">
                <a:solidFill>
                  <a:srgbClr val="FF0000"/>
                </a:solidFill>
              </a:rPr>
              <a:t>fast</a:t>
            </a:r>
            <a:r>
              <a:rPr lang="en-US" dirty="0"/>
              <a:t>)</a:t>
            </a:r>
          </a:p>
          <a:p>
            <a:pPr algn="ctr">
              <a:lnSpc>
                <a:spcPts val="1560"/>
              </a:lnSpc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header is transformed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831EAD1-BD4F-14FA-0015-E3C44BF9D6F0}"/>
              </a:ext>
            </a:extLst>
          </p:cNvPr>
          <p:cNvSpPr txBox="1"/>
          <p:nvPr/>
        </p:nvSpPr>
        <p:spPr>
          <a:xfrm>
            <a:off x="6527799" y="2367820"/>
            <a:ext cx="2850311" cy="512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560"/>
              </a:lnSpc>
            </a:pPr>
            <a:r>
              <a:rPr lang="en-US" dirty="0"/>
              <a:t>FASTR mode 1 (</a:t>
            </a:r>
            <a:r>
              <a:rPr lang="en-US" i="1" dirty="0">
                <a:solidFill>
                  <a:srgbClr val="FF0000"/>
                </a:solidFill>
              </a:rPr>
              <a:t>body</a:t>
            </a:r>
            <a:r>
              <a:rPr lang="en-US" dirty="0"/>
              <a:t>)</a:t>
            </a:r>
          </a:p>
          <a:p>
            <a:pPr algn="ctr">
              <a:lnSpc>
                <a:spcPts val="1560"/>
              </a:lnSpc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seq &amp; quality are transformed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0EE4E2A-A5F8-B8F1-21FF-6385A349E7D9}"/>
              </a:ext>
            </a:extLst>
          </p:cNvPr>
          <p:cNvSpPr txBox="1"/>
          <p:nvPr/>
        </p:nvSpPr>
        <p:spPr>
          <a:xfrm>
            <a:off x="3692440" y="5147917"/>
            <a:ext cx="24035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560"/>
              </a:lnSpc>
            </a:pPr>
            <a:r>
              <a:rPr lang="en-US" dirty="0"/>
              <a:t>FASTR mode 2 (</a:t>
            </a:r>
            <a:r>
              <a:rPr lang="en-US" i="1" dirty="0">
                <a:solidFill>
                  <a:srgbClr val="FF0000"/>
                </a:solidFill>
              </a:rPr>
              <a:t>all</a:t>
            </a:r>
            <a:r>
              <a:rPr lang="en-US" dirty="0"/>
              <a:t>)</a:t>
            </a:r>
          </a:p>
          <a:p>
            <a:pPr algn="ctr">
              <a:lnSpc>
                <a:spcPts val="1560"/>
              </a:lnSpc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header &amp; seq &amp; quality </a:t>
            </a:r>
          </a:p>
          <a:p>
            <a:pPr algn="ctr">
              <a:lnSpc>
                <a:spcPts val="1560"/>
              </a:lnSpc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are transformed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C84222F-0CAC-3E29-6811-268F6244DCF0}"/>
              </a:ext>
            </a:extLst>
          </p:cNvPr>
          <p:cNvSpPr txBox="1"/>
          <p:nvPr/>
        </p:nvSpPr>
        <p:spPr>
          <a:xfrm>
            <a:off x="6588877" y="5140586"/>
            <a:ext cx="2660737" cy="710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560"/>
              </a:lnSpc>
            </a:pPr>
            <a:r>
              <a:rPr lang="en-US" dirty="0"/>
              <a:t>FASTR mode 3 (</a:t>
            </a:r>
            <a:r>
              <a:rPr lang="en-US" i="1" dirty="0">
                <a:solidFill>
                  <a:srgbClr val="FF0000"/>
                </a:solidFill>
              </a:rPr>
              <a:t>extreme</a:t>
            </a:r>
            <a:r>
              <a:rPr lang="en-US" dirty="0"/>
              <a:t>)</a:t>
            </a:r>
          </a:p>
          <a:p>
            <a:pPr algn="ctr">
              <a:lnSpc>
                <a:spcPts val="1560"/>
              </a:lnSpc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header is excluded </a:t>
            </a:r>
          </a:p>
          <a:p>
            <a:pPr algn="ctr">
              <a:lnSpc>
                <a:spcPts val="1560"/>
              </a:lnSpc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seq &amp; quality are transformed</a:t>
            </a:r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EF8BEC64-EC2F-D185-4A07-F75BB74C56B8}"/>
              </a:ext>
            </a:extLst>
          </p:cNvPr>
          <p:cNvSpPr/>
          <p:nvPr/>
        </p:nvSpPr>
        <p:spPr>
          <a:xfrm>
            <a:off x="7047318" y="1284328"/>
            <a:ext cx="1619795" cy="180000"/>
          </a:xfrm>
          <a:prstGeom prst="roundRect">
            <a:avLst/>
          </a:prstGeom>
          <a:solidFill>
            <a:srgbClr val="E6513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header</a:t>
            </a:r>
          </a:p>
        </p:txBody>
      </p:sp>
      <p:sp>
        <p:nvSpPr>
          <p:cNvPr id="80" name="Rounded Rectangle 79">
            <a:extLst>
              <a:ext uri="{FF2B5EF4-FFF2-40B4-BE49-F238E27FC236}">
                <a16:creationId xmlns:a16="http://schemas.microsoft.com/office/drawing/2014/main" id="{78FD8EFF-37A5-8BDE-E018-D898DBF388AC}"/>
              </a:ext>
            </a:extLst>
          </p:cNvPr>
          <p:cNvSpPr/>
          <p:nvPr/>
        </p:nvSpPr>
        <p:spPr>
          <a:xfrm>
            <a:off x="6865505" y="3990121"/>
            <a:ext cx="2250351" cy="180000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????5?c?M?5?5? ...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AE33E9BF-9626-D5A3-F1BD-522C6A7992A8}"/>
              </a:ext>
            </a:extLst>
          </p:cNvPr>
          <p:cNvSpPr/>
          <p:nvPr/>
        </p:nvSpPr>
        <p:spPr>
          <a:xfrm>
            <a:off x="6794697" y="4413267"/>
            <a:ext cx="2403560" cy="71077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36CDBEC-3A69-A8D4-C95A-6E38C41F31C0}"/>
              </a:ext>
            </a:extLst>
          </p:cNvPr>
          <p:cNvSpPr txBox="1"/>
          <p:nvPr/>
        </p:nvSpPr>
        <p:spPr>
          <a:xfrm>
            <a:off x="6750800" y="4397426"/>
            <a:ext cx="43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@</a:t>
            </a:r>
          </a:p>
        </p:txBody>
      </p:sp>
      <p:sp>
        <p:nvSpPr>
          <p:cNvPr id="83" name="Rounded Rectangle 82">
            <a:extLst>
              <a:ext uri="{FF2B5EF4-FFF2-40B4-BE49-F238E27FC236}">
                <a16:creationId xmlns:a16="http://schemas.microsoft.com/office/drawing/2014/main" id="{6AFB3F04-CF0C-2C98-9CCA-8B942D0E500B}"/>
              </a:ext>
            </a:extLst>
          </p:cNvPr>
          <p:cNvSpPr/>
          <p:nvPr/>
        </p:nvSpPr>
        <p:spPr>
          <a:xfrm>
            <a:off x="7051244" y="4488692"/>
            <a:ext cx="1619795" cy="180000"/>
          </a:xfrm>
          <a:prstGeom prst="roundRect">
            <a:avLst/>
          </a:prstGeom>
          <a:solidFill>
            <a:srgbClr val="E6513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header</a:t>
            </a:r>
          </a:p>
        </p:txBody>
      </p:sp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20D7DD0C-1C6C-AB28-CC74-AABF8449638C}"/>
              </a:ext>
            </a:extLst>
          </p:cNvPr>
          <p:cNvSpPr/>
          <p:nvPr/>
        </p:nvSpPr>
        <p:spPr>
          <a:xfrm>
            <a:off x="6865505" y="3990121"/>
            <a:ext cx="185739" cy="180000"/>
          </a:xfrm>
          <a:prstGeom prst="roundRect">
            <a:avLst>
              <a:gd name="adj" fmla="val 5576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|</a:t>
            </a:r>
          </a:p>
        </p:txBody>
      </p:sp>
      <p:sp>
        <p:nvSpPr>
          <p:cNvPr id="85" name="Right Brace 84">
            <a:extLst>
              <a:ext uri="{FF2B5EF4-FFF2-40B4-BE49-F238E27FC236}">
                <a16:creationId xmlns:a16="http://schemas.microsoft.com/office/drawing/2014/main" id="{368A4C7C-A74A-56C8-CBB5-640BC9508C70}"/>
              </a:ext>
            </a:extLst>
          </p:cNvPr>
          <p:cNvSpPr/>
          <p:nvPr/>
        </p:nvSpPr>
        <p:spPr>
          <a:xfrm>
            <a:off x="5605657" y="357730"/>
            <a:ext cx="141721" cy="730585"/>
          </a:xfrm>
          <a:prstGeom prst="rightBrace">
            <a:avLst>
              <a:gd name="adj1" fmla="val 79607"/>
              <a:gd name="adj2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AA20CA8-8E81-7DE3-B1FD-541A43461C91}"/>
              </a:ext>
            </a:extLst>
          </p:cNvPr>
          <p:cNvSpPr txBox="1"/>
          <p:nvPr/>
        </p:nvSpPr>
        <p:spPr>
          <a:xfrm rot="16200000">
            <a:off x="5280954" y="692749"/>
            <a:ext cx="11302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>
                <a:cs typeface="Courier New" panose="02070309020205020404" pitchFamily="49" charset="0"/>
              </a:rPr>
              <a:t>file header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6288771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20717</TotalTime>
  <Words>320</Words>
  <Application>Microsoft Macintosh PowerPoint</Application>
  <PresentationFormat>Widescreen</PresentationFormat>
  <Paragraphs>134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Courier New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Mohammed Alser</dc:creator>
  <cp:lastModifiedBy>Mohammed Alser</cp:lastModifiedBy>
  <cp:revision>10</cp:revision>
  <cp:lastPrinted>2026-01-20T01:31:13Z</cp:lastPrinted>
  <dcterms:created xsi:type="dcterms:W3CDTF">2025-12-31T03:56:34Z</dcterms:created>
  <dcterms:modified xsi:type="dcterms:W3CDTF">2026-01-20T04:42:09Z</dcterms:modified>
</cp:coreProperties>
</file>